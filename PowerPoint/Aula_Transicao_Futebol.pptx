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20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2702C-DA5B-815A-FCF6-82FA22222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95B0EE-6F0F-753E-7525-784FB9325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8FB01A-5901-3ECF-1339-C0E54814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6E1860-B274-F829-8F04-BD7BF56C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B83E07-3AA6-983B-0A8E-519F67AB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018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D673A-CC45-0B15-2E0B-85CDE730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D5E6EB-0539-831C-37D6-3DCB7710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511B67-B545-0F36-5257-17060D348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4702A2-2836-C0E0-CC99-180AE863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7C4612-7CD2-6199-61FC-3B68D898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97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13E67-F266-7D4D-F7DF-8B4BCF52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2CDDD2-9CE3-BCFD-9D3B-E38C9B0E9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387A56-5977-C2F6-56E0-7796D493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99357A-FE13-A5E7-8C0C-5045C7C8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EAF684-0C4E-5C92-D7A2-44759745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246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50FE5-AB61-E5B3-3BF3-ADB311C8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A08B7F-92FE-AC39-301A-3FFC09585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8A281C-EF56-F1EF-84C6-10C4C9F53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9CAEFE-8551-23D4-3C87-7B2FD50F9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F26DC5-CEEB-857A-AA0A-D22D7877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F30657-B18E-3563-5374-45E3B84A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342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94E50-A53D-C20E-415F-0FA99D471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87740A-58B0-BBBE-CEF2-ED4D612E6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E4693B-524C-9B3A-7F0F-71D5D20E2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FF4307-FACE-051B-8B95-F9D26F0D8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34C9699-DF2A-3E6E-5231-72DB42A09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14B074-FAF5-CCDE-A3E4-D2E24508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02A667C-3B3C-5B1B-3E8C-972CB8E9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571853-4923-DE10-CB87-3A054A2C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770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93D35-2E43-53E9-D1BD-95526011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434ED2-1B8D-C2B2-C663-BCDF95D3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A549E4-52B4-A288-C719-9E842F76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09A946-FFCB-94AF-259D-04EB2F10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471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7D1696-9777-9424-A423-72F17E8EB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4369AE-28A6-67E5-BFBB-ECBEF1EE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69A7E4-6901-7A54-69AA-D4344DD3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07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2F741-7652-21E7-899A-03715181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6303BB-5EE1-2EC3-FCA2-1786B548D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417C0B-39A6-6AB3-68DA-C7E62D79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76E4D5-C438-21B7-6623-6BA26FAD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CA249F-B0BB-6BC3-60CC-7A9849F1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E3D47B-E65A-A1E9-8F2D-79588F25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6081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EB8B1-1593-5233-449E-DFF047A5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BDFEBD0-F27F-EBD5-8C5E-89EAEE43C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EF3112-9113-576D-2786-AD21D4BC8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DA1B15-441B-61E0-FA71-2F95C4BD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8F97EF-854C-8630-E909-6A02FA47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85719E-9205-B6FC-2346-CBD00ECC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2863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BD4E8-63D4-479D-3C3A-BCE78284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26F32B-1FEA-AAEF-E3F1-CE23A22F3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CE6362-4A93-910B-17ED-030E28F6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684287-0A81-61F2-950B-FFE39231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0967CA-A22C-A7DD-CDC9-E3981F10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042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A26822-2188-C878-1992-61E016B5A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8626BD-6116-0BD7-FC0F-E6368B88D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8FC34C-151C-B8D7-D90B-D4A5D757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980004-FF89-1109-52C7-E6772AD0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F5E593-9D92-B536-4D5D-3DE56FCD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181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7520518-48C0-2C6A-AF36-B0F40EF7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B2A36-979C-0BF6-C7CA-336A4B11E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C83308-85DF-A9FD-6FFC-EB1A750C5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0EAA0A-2080-4774-A1FD-EC4899A55A61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646233-A034-09EA-661A-0E155AD23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0A18A2-F444-BF93-F61A-8F2197C42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0EC6A-C051-4FC3-9F9F-C5C57606EE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40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cionalidadeportuguesa.com.br/bandeira-de-portugal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freepngimg.com/png/21694-cristiano-ronaldo-pictur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cionalidadeportuguesa.com.br/bandeira-de-portugal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freepngimg.com/png/21694-cristiano-ronaldo-picture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brasil-bandera-pa%C3%ADs-nacional-1460615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nimalia-life.club/qa/pictures/neymar-png-2024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brasil-bandera-pa%C3%ADs-nacional-1460615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nimalia-life.club/qa/pictures/neymar-png-2024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ED04B489-1036-58BD-2C95-1225800572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927" b="4927"/>
          <a:stretch>
            <a:fillRect/>
          </a:stretch>
        </p:blipFill>
        <p:spPr>
          <a:xfrm>
            <a:off x="-152400" y="-1"/>
            <a:ext cx="12725400" cy="702641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C378F4B-1712-5A44-1A40-D87119FAC43F}"/>
              </a:ext>
            </a:extLst>
          </p:cNvPr>
          <p:cNvSpPr txBox="1"/>
          <p:nvPr/>
        </p:nvSpPr>
        <p:spPr>
          <a:xfrm>
            <a:off x="2119591" y="1074510"/>
            <a:ext cx="795281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0" dirty="0">
                <a:latin typeface="Amasis MT Pro Black" panose="02040A04050005020304" pitchFamily="18" charset="0"/>
              </a:rPr>
              <a:t>CR7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0A4231-68D7-4A62-47B4-3A27E73FC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345052" y="7142947"/>
            <a:ext cx="457200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8AFB4B9-29ED-9EF7-1CB9-350DD00C698C}"/>
              </a:ext>
            </a:extLst>
          </p:cNvPr>
          <p:cNvSpPr txBox="1"/>
          <p:nvPr/>
        </p:nvSpPr>
        <p:spPr>
          <a:xfrm>
            <a:off x="3345052" y="7026415"/>
            <a:ext cx="457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5" tooltip="https://freepngimg.com/png/21694-cristiano-ronaldo-picture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6" tooltip="https://creativecommons.org/licenses/by-nc/3.0/"/>
              </a:rPr>
              <a:t>CC BY-NC</a:t>
            </a:r>
            <a:endParaRPr lang="pt-BR" sz="9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D67DBA9-F5C9-62B7-28FC-E0E4D6679411}"/>
              </a:ext>
            </a:extLst>
          </p:cNvPr>
          <p:cNvSpPr txBox="1"/>
          <p:nvPr/>
        </p:nvSpPr>
        <p:spPr>
          <a:xfrm>
            <a:off x="2119591" y="1074509"/>
            <a:ext cx="795281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0" dirty="0">
                <a:ln w="38100">
                  <a:solidFill>
                    <a:schemeClr val="tx1"/>
                  </a:solidFill>
                </a:ln>
                <a:noFill/>
                <a:latin typeface="Amasis MT Pro Black" panose="02040A04050005020304" pitchFamily="18" charset="0"/>
              </a:rPr>
              <a:t>CR7</a:t>
            </a:r>
          </a:p>
        </p:txBody>
      </p:sp>
    </p:spTree>
    <p:extLst>
      <p:ext uri="{BB962C8B-B14F-4D97-AF65-F5344CB8AC3E}">
        <p14:creationId xmlns:p14="http://schemas.microsoft.com/office/powerpoint/2010/main" val="2262974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CD3E0-C9AA-4369-A0D8-4E2518E5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F273E72-3D44-6860-6BDC-BD0A2A952E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927" b="4927"/>
          <a:stretch>
            <a:fillRect/>
          </a:stretch>
        </p:blipFill>
        <p:spPr>
          <a:xfrm>
            <a:off x="-152400" y="-1"/>
            <a:ext cx="12725400" cy="702641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1070731-9ABF-3E23-16FD-BC57FC236557}"/>
              </a:ext>
            </a:extLst>
          </p:cNvPr>
          <p:cNvSpPr txBox="1"/>
          <p:nvPr/>
        </p:nvSpPr>
        <p:spPr>
          <a:xfrm>
            <a:off x="2119591" y="1074510"/>
            <a:ext cx="795281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0" dirty="0">
                <a:latin typeface="Amasis MT Pro Black" panose="02040A04050005020304" pitchFamily="18" charset="0"/>
              </a:rPr>
              <a:t>CR7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43AF34-91ED-F40B-798A-3CFFC98DE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345052" y="168415"/>
            <a:ext cx="457200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31035F3-F580-C9B8-DC17-422800C25223}"/>
              </a:ext>
            </a:extLst>
          </p:cNvPr>
          <p:cNvSpPr txBox="1"/>
          <p:nvPr/>
        </p:nvSpPr>
        <p:spPr>
          <a:xfrm>
            <a:off x="3345052" y="7026415"/>
            <a:ext cx="457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5" tooltip="https://freepngimg.com/png/21694-cristiano-ronaldo-picture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6" tooltip="https://creativecommons.org/licenses/by-nc/3.0/"/>
              </a:rPr>
              <a:t>CC BY-NC</a:t>
            </a:r>
            <a:endParaRPr lang="pt-BR" sz="9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5AB4CF5-BD97-1D34-9AB0-87A9D715044D}"/>
              </a:ext>
            </a:extLst>
          </p:cNvPr>
          <p:cNvSpPr txBox="1"/>
          <p:nvPr/>
        </p:nvSpPr>
        <p:spPr>
          <a:xfrm>
            <a:off x="2119591" y="1074509"/>
            <a:ext cx="795281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0" dirty="0">
                <a:ln w="38100">
                  <a:solidFill>
                    <a:schemeClr val="tx1"/>
                  </a:solidFill>
                </a:ln>
                <a:noFill/>
                <a:latin typeface="Amasis MT Pro Black" panose="02040A04050005020304" pitchFamily="18" charset="0"/>
              </a:rPr>
              <a:t>CR7</a:t>
            </a:r>
          </a:p>
        </p:txBody>
      </p:sp>
    </p:spTree>
    <p:extLst>
      <p:ext uri="{BB962C8B-B14F-4D97-AF65-F5344CB8AC3E}">
        <p14:creationId xmlns:p14="http://schemas.microsoft.com/office/powerpoint/2010/main" val="2027510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1E3CAA7-9398-3A81-5112-7FC97349E9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5016" b="5016"/>
          <a:stretch>
            <a:fillRect/>
          </a:stretch>
        </p:blipFill>
        <p:spPr>
          <a:xfrm>
            <a:off x="-120771" y="-172528"/>
            <a:ext cx="12491049" cy="724618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0A7E677-0CBD-56C0-5211-EF27B43E9373}"/>
              </a:ext>
            </a:extLst>
          </p:cNvPr>
          <p:cNvSpPr txBox="1"/>
          <p:nvPr/>
        </p:nvSpPr>
        <p:spPr>
          <a:xfrm>
            <a:off x="1149710" y="1843951"/>
            <a:ext cx="10197022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7000" dirty="0">
                <a:solidFill>
                  <a:schemeClr val="bg1"/>
                </a:solidFill>
                <a:latin typeface="Amasis MT Pro Black" panose="02040A04050005020304" pitchFamily="18" charset="0"/>
              </a:rPr>
              <a:t>NEYMAR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B62FFC-B9ED-A613-697B-DAC76436D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261079" y="7419898"/>
            <a:ext cx="4987918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AC0B455-FACB-D132-78DE-B4D9CD9379B5}"/>
              </a:ext>
            </a:extLst>
          </p:cNvPr>
          <p:cNvSpPr txBox="1"/>
          <p:nvPr/>
        </p:nvSpPr>
        <p:spPr>
          <a:xfrm>
            <a:off x="1149710" y="1843951"/>
            <a:ext cx="10197022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7000" dirty="0">
                <a:ln w="57150">
                  <a:solidFill>
                    <a:schemeClr val="bg1"/>
                  </a:solidFill>
                </a:ln>
                <a:noFill/>
                <a:latin typeface="Amasis MT Pro Black" panose="02040A04050005020304" pitchFamily="18" charset="0"/>
              </a:rPr>
              <a:t>NEYMAR</a:t>
            </a:r>
          </a:p>
        </p:txBody>
      </p:sp>
    </p:spTree>
    <p:extLst>
      <p:ext uri="{BB962C8B-B14F-4D97-AF65-F5344CB8AC3E}">
        <p14:creationId xmlns:p14="http://schemas.microsoft.com/office/powerpoint/2010/main" val="956040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6938-E527-5294-D7B7-D7CDF090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DA22EAD-295A-6740-029F-80DB6ACC72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5016" b="5016"/>
          <a:stretch>
            <a:fillRect/>
          </a:stretch>
        </p:blipFill>
        <p:spPr>
          <a:xfrm>
            <a:off x="-120771" y="-172528"/>
            <a:ext cx="12491049" cy="724618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8AAD151-AAE3-76E6-04AE-00CADE2FA81E}"/>
              </a:ext>
            </a:extLst>
          </p:cNvPr>
          <p:cNvSpPr txBox="1"/>
          <p:nvPr/>
        </p:nvSpPr>
        <p:spPr>
          <a:xfrm>
            <a:off x="1149710" y="1843951"/>
            <a:ext cx="10197022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7000" dirty="0">
                <a:solidFill>
                  <a:schemeClr val="bg1"/>
                </a:solidFill>
                <a:latin typeface="Amasis MT Pro Black" panose="02040A04050005020304" pitchFamily="18" charset="0"/>
              </a:rPr>
              <a:t>NEYMAR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3916C95-964F-2291-48DA-243B8475B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261079" y="215660"/>
            <a:ext cx="4987918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1529131-9DD8-F1E7-B99F-D9F496609DF7}"/>
              </a:ext>
            </a:extLst>
          </p:cNvPr>
          <p:cNvSpPr txBox="1"/>
          <p:nvPr/>
        </p:nvSpPr>
        <p:spPr>
          <a:xfrm>
            <a:off x="1149710" y="1843951"/>
            <a:ext cx="10197022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7000" dirty="0">
                <a:ln w="57150">
                  <a:solidFill>
                    <a:schemeClr val="bg1"/>
                  </a:solidFill>
                </a:ln>
                <a:noFill/>
                <a:latin typeface="Amasis MT Pro Black" panose="02040A04050005020304" pitchFamily="18" charset="0"/>
              </a:rPr>
              <a:t>NEYMAR</a:t>
            </a:r>
          </a:p>
        </p:txBody>
      </p:sp>
    </p:spTree>
    <p:extLst>
      <p:ext uri="{BB962C8B-B14F-4D97-AF65-F5344CB8AC3E}">
        <p14:creationId xmlns:p14="http://schemas.microsoft.com/office/powerpoint/2010/main" val="3114534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28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Amasis MT Pro Black</vt:lpstr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Eridhonson</dc:creator>
  <cp:lastModifiedBy>Eridhonson</cp:lastModifiedBy>
  <cp:revision>2</cp:revision>
  <dcterms:created xsi:type="dcterms:W3CDTF">2026-05-30T02:18:11Z</dcterms:created>
  <dcterms:modified xsi:type="dcterms:W3CDTF">2026-05-30T02:55:57Z</dcterms:modified>
</cp:coreProperties>
</file>