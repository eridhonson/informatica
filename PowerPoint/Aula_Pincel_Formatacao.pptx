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>
        <p:scale>
          <a:sx n="30" d="100"/>
          <a:sy n="30" d="100"/>
        </p:scale>
        <p:origin x="2520" y="24"/>
      </p:cViewPr>
      <p:guideLst>
        <p:guide orient="horz" pos="2160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F3F62-C444-59F9-BF27-23E085A0A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085D30-E291-404C-C30F-AA65E2469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A52AD8-C31C-DA32-2563-ABC75A72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CEE9EC-1CBC-E4C3-286D-E04C32C9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CEC529-09A2-68ED-8281-278C13D8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800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1AF09-46E0-3E0B-6F64-C7181EE4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E62A2F-9DAC-6E43-4188-AA6CB34FC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5BE1BC-A02D-98FD-4FCE-BA95F16A4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1806A0-26CF-58B0-DBED-8C9438E8C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49B472-603D-7F9C-4814-29A1187F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03681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32D1F-BC9B-1805-31FC-9DF380845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49E067-D16D-D7E9-65EC-6FBB6C659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9D0C2B-478F-9929-C0C1-86681413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AE8BFB-3166-A167-018F-96A7140B5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8FC932-1D07-5ED5-A0D8-8103AECE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510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B539E-B8BB-E134-B24E-33CE75F8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83090B-7547-221C-4DB1-A808BF22FA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1007E1-815B-E5B9-2532-974B855A8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BF38D4-29E1-B890-A31E-4B005BF51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CD9095-550D-7536-C7CF-E7A0CB76B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D21A45-2555-1685-F0B0-41BA6D81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229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58888-D9D8-3B3D-433E-1FA71DF6B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73DD50-2043-9CDD-3D79-F57446C34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1F0944-1937-BC33-728B-A67B2F621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0E045DC-94C9-82A5-D521-617D4F30B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F888A1-2164-7F13-8A54-6A71B4BDC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C4F4DD4-A8C7-0C87-0145-16C54F0B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95812B-5EB0-A060-6E52-262FF5EED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3474E5-DA82-13FD-08C1-72FB1BC5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143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2137A-E0BA-66AE-8552-86304F83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75174AC-842F-3EB5-367D-AAFE0166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B03FB46-C548-7A6B-03B8-C1714C37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F3E0F0-CA46-1231-DB19-092AD7AA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300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277EE77-9556-6B70-FA65-0076C6B36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B5CFF3-F525-87DE-F30E-4D960331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7D15FC-CD91-7E61-2718-007B6DD9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229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A6730-3E0D-0C84-5942-6D027D96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8C1AEA-7F08-B0CA-4BB0-0C8F8C82C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819751-D9A6-A746-096D-5BD87BD2A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755FEF-35A3-A104-2B00-0EFA9E3A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4A0B3-2850-64AA-F8FC-7BC496EE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F2553B-BB63-4E9B-37DA-03246CDF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272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12119-25F0-54D5-1128-0CA6F75C9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78DFAA1-A011-609B-C40C-9905E27D8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0A5EB5-8A26-5992-7DB5-5F050B5D2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A4E421-5E1F-264B-4E7E-6F8649B6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25B0BA-5EE4-C8B2-576E-BDB0B6AD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51035D-B615-4E54-B8FE-DE7CF430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9528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7B4B3-66A5-03F9-0E2B-D3E173FE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877FBA-8200-1005-8CA3-B2858EF9E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3EE6A6-581B-9414-A2E2-6BF8E65E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E7D986-18DD-296F-1D76-C5AE1946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B05040-66F8-BE33-3D3F-8557D975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664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F5872E-22A5-92F9-1108-66227A8B6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0E76FA-055C-C48C-F95C-4A4E8F37C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11E384-E18B-EC2B-2E15-0F679735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5A7766-1192-F102-E83A-8FEB7BAD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9179-A678-8739-FC70-047380FF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595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929E763-B7C2-1959-ACFF-2FCDF112A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572E03-E83B-6C43-9739-27D99AB9B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87903-6738-0F05-DCD9-FB22C9F4B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AB570-89AB-41BC-B58B-EDC8E886BBE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DC0056-F3D5-A18C-6DE1-9E981256B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A2D9EB-CCC5-B62D-D2EB-6A4924536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F8F6A-A11B-466A-80B6-A0B536AD6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702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ágono 3">
            <a:extLst>
              <a:ext uri="{FF2B5EF4-FFF2-40B4-BE49-F238E27FC236}">
                <a16:creationId xmlns:a16="http://schemas.microsoft.com/office/drawing/2014/main" id="{424B25ED-DCD5-31A1-A4D9-E46978388EEF}"/>
              </a:ext>
            </a:extLst>
          </p:cNvPr>
          <p:cNvSpPr/>
          <p:nvPr/>
        </p:nvSpPr>
        <p:spPr>
          <a:xfrm>
            <a:off x="-93657" y="2589219"/>
            <a:ext cx="6066003" cy="4306528"/>
          </a:xfrm>
          <a:prstGeom prst="hexagon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39000">
                <a:schemeClr val="accent3">
                  <a:lumMod val="40000"/>
                  <a:lumOff val="60000"/>
                </a:schemeClr>
              </a:gs>
              <a:gs pos="73000">
                <a:schemeClr val="accent5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2023</a:t>
            </a:r>
            <a:endParaRPr lang="pt-BR" sz="7200" dirty="0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318EFECA-C632-F054-F850-2C24827167AB}"/>
              </a:ext>
            </a:extLst>
          </p:cNvPr>
          <p:cNvSpPr/>
          <p:nvPr/>
        </p:nvSpPr>
        <p:spPr>
          <a:xfrm>
            <a:off x="4905546" y="398208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2024</a:t>
            </a:r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64CAF1C1-7680-02F0-1DD5-FFDE2F630B07}"/>
              </a:ext>
            </a:extLst>
          </p:cNvPr>
          <p:cNvSpPr/>
          <p:nvPr/>
        </p:nvSpPr>
        <p:spPr>
          <a:xfrm>
            <a:off x="9925392" y="-1793509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2025</a:t>
            </a: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6AF9305B-CB4D-F6EC-5D7A-CBFD0AAF7259}"/>
              </a:ext>
            </a:extLst>
          </p:cNvPr>
          <p:cNvSpPr/>
          <p:nvPr/>
        </p:nvSpPr>
        <p:spPr>
          <a:xfrm>
            <a:off x="14983338" y="-3908673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2026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3C4BF2CE-461E-70F5-558C-DC7EAEC1DC9F}"/>
              </a:ext>
            </a:extLst>
          </p:cNvPr>
          <p:cNvSpPr/>
          <p:nvPr/>
        </p:nvSpPr>
        <p:spPr>
          <a:xfrm>
            <a:off x="20003184" y="-6061937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4241757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A60E-B40C-6F87-CFEC-9B6D7133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ágono 3">
            <a:extLst>
              <a:ext uri="{FF2B5EF4-FFF2-40B4-BE49-F238E27FC236}">
                <a16:creationId xmlns:a16="http://schemas.microsoft.com/office/drawing/2014/main" id="{424880B7-D256-DEEB-DE51-3CC3FCAD489F}"/>
              </a:ext>
            </a:extLst>
          </p:cNvPr>
          <p:cNvSpPr/>
          <p:nvPr/>
        </p:nvSpPr>
        <p:spPr>
          <a:xfrm>
            <a:off x="-4360857" y="4704736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2023</a:t>
            </a:r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938D1DA2-DD1C-2483-E333-627F17A62593}"/>
              </a:ext>
            </a:extLst>
          </p:cNvPr>
          <p:cNvSpPr/>
          <p:nvPr/>
        </p:nvSpPr>
        <p:spPr>
          <a:xfrm>
            <a:off x="638346" y="2513725"/>
            <a:ext cx="6066003" cy="4306528"/>
          </a:xfrm>
          <a:prstGeom prst="hexagon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39000">
                <a:schemeClr val="accent3">
                  <a:lumMod val="40000"/>
                  <a:lumOff val="60000"/>
                </a:schemeClr>
              </a:gs>
              <a:gs pos="73000">
                <a:schemeClr val="accent5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2024</a:t>
            </a:r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1A898B4D-6111-6E61-42AA-491B34C62613}"/>
              </a:ext>
            </a:extLst>
          </p:cNvPr>
          <p:cNvSpPr/>
          <p:nvPr/>
        </p:nvSpPr>
        <p:spPr>
          <a:xfrm>
            <a:off x="5658192" y="322008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2025</a:t>
            </a: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2B5C8633-2257-2689-C214-95B4A3AB4314}"/>
              </a:ext>
            </a:extLst>
          </p:cNvPr>
          <p:cNvSpPr/>
          <p:nvPr/>
        </p:nvSpPr>
        <p:spPr>
          <a:xfrm>
            <a:off x="10716138" y="-1793156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2026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6A3DCB3B-EC44-6485-F27E-4B3D5C8C21B5}"/>
              </a:ext>
            </a:extLst>
          </p:cNvPr>
          <p:cNvSpPr/>
          <p:nvPr/>
        </p:nvSpPr>
        <p:spPr>
          <a:xfrm>
            <a:off x="15735984" y="-3946420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4231637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CD41-AB1A-9B87-F3EB-82C256A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ágono 3">
            <a:extLst>
              <a:ext uri="{FF2B5EF4-FFF2-40B4-BE49-F238E27FC236}">
                <a16:creationId xmlns:a16="http://schemas.microsoft.com/office/drawing/2014/main" id="{42785BFA-11B6-097E-BF32-7B67C714DA0B}"/>
              </a:ext>
            </a:extLst>
          </p:cNvPr>
          <p:cNvSpPr/>
          <p:nvPr/>
        </p:nvSpPr>
        <p:spPr>
          <a:xfrm>
            <a:off x="-10050457" y="6895747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2023</a:t>
            </a:r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8FFCB4E8-3581-4693-5F03-85DE101E6E1F}"/>
              </a:ext>
            </a:extLst>
          </p:cNvPr>
          <p:cNvSpPr/>
          <p:nvPr/>
        </p:nvSpPr>
        <p:spPr>
          <a:xfrm>
            <a:off x="-5051254" y="4704736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2024</a:t>
            </a:r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10BF3676-B7FB-0383-97B6-E680D35E32F2}"/>
              </a:ext>
            </a:extLst>
          </p:cNvPr>
          <p:cNvSpPr/>
          <p:nvPr/>
        </p:nvSpPr>
        <p:spPr>
          <a:xfrm>
            <a:off x="-31408" y="2513019"/>
            <a:ext cx="6066003" cy="4306528"/>
          </a:xfrm>
          <a:prstGeom prst="hexagon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39000">
                <a:schemeClr val="accent3">
                  <a:lumMod val="40000"/>
                  <a:lumOff val="60000"/>
                </a:schemeClr>
              </a:gs>
              <a:gs pos="73000">
                <a:schemeClr val="accent5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2025</a:t>
            </a: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87A68ABB-FF13-1022-5D18-60602DA5997E}"/>
              </a:ext>
            </a:extLst>
          </p:cNvPr>
          <p:cNvSpPr/>
          <p:nvPr/>
        </p:nvSpPr>
        <p:spPr>
          <a:xfrm>
            <a:off x="5026538" y="397855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2026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D257F184-D8EA-E16E-73B9-63B7BF8848CE}"/>
              </a:ext>
            </a:extLst>
          </p:cNvPr>
          <p:cNvSpPr/>
          <p:nvPr/>
        </p:nvSpPr>
        <p:spPr>
          <a:xfrm>
            <a:off x="10046384" y="-1755409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1565549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A4B2-4273-B986-5672-362CD97C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ágono 3">
            <a:extLst>
              <a:ext uri="{FF2B5EF4-FFF2-40B4-BE49-F238E27FC236}">
                <a16:creationId xmlns:a16="http://schemas.microsoft.com/office/drawing/2014/main" id="{AEC53DAD-853B-C9E5-9139-3D7DD253EFA5}"/>
              </a:ext>
            </a:extLst>
          </p:cNvPr>
          <p:cNvSpPr/>
          <p:nvPr/>
        </p:nvSpPr>
        <p:spPr>
          <a:xfrm>
            <a:off x="-15046998" y="9049364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2023</a:t>
            </a:r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A3D68C9C-7382-195F-6429-4234E5FB6EC1}"/>
              </a:ext>
            </a:extLst>
          </p:cNvPr>
          <p:cNvSpPr/>
          <p:nvPr/>
        </p:nvSpPr>
        <p:spPr>
          <a:xfrm>
            <a:off x="-10047795" y="6858353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2024</a:t>
            </a:r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315005CF-300A-C40C-E932-45254DA51500}"/>
              </a:ext>
            </a:extLst>
          </p:cNvPr>
          <p:cNvSpPr/>
          <p:nvPr/>
        </p:nvSpPr>
        <p:spPr>
          <a:xfrm>
            <a:off x="-5027949" y="4666636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2025</a:t>
            </a: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35BE1BBF-3FFF-DA01-A22C-9C4725A05F08}"/>
              </a:ext>
            </a:extLst>
          </p:cNvPr>
          <p:cNvSpPr/>
          <p:nvPr/>
        </p:nvSpPr>
        <p:spPr>
          <a:xfrm>
            <a:off x="29997" y="2551472"/>
            <a:ext cx="6066003" cy="4306528"/>
          </a:xfrm>
          <a:prstGeom prst="hexagon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39000">
                <a:schemeClr val="accent3">
                  <a:lumMod val="40000"/>
                  <a:lumOff val="60000"/>
                </a:schemeClr>
              </a:gs>
              <a:gs pos="73000">
                <a:schemeClr val="accent5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2026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5700E607-501F-D55C-9D4A-486B5ED27439}"/>
              </a:ext>
            </a:extLst>
          </p:cNvPr>
          <p:cNvSpPr/>
          <p:nvPr/>
        </p:nvSpPr>
        <p:spPr>
          <a:xfrm>
            <a:off x="5049843" y="398208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3981415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CA99-1392-7B92-8360-D6348E11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ágono 3">
            <a:extLst>
              <a:ext uri="{FF2B5EF4-FFF2-40B4-BE49-F238E27FC236}">
                <a16:creationId xmlns:a16="http://schemas.microsoft.com/office/drawing/2014/main" id="{6DED581B-93BA-6574-55C1-5BE5ED888821}"/>
              </a:ext>
            </a:extLst>
          </p:cNvPr>
          <p:cNvSpPr/>
          <p:nvPr/>
        </p:nvSpPr>
        <p:spPr>
          <a:xfrm>
            <a:off x="-20096841" y="11202628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2023</a:t>
            </a:r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F7B77B68-5EB8-D34B-1987-DC9411A93D69}"/>
              </a:ext>
            </a:extLst>
          </p:cNvPr>
          <p:cNvSpPr/>
          <p:nvPr/>
        </p:nvSpPr>
        <p:spPr>
          <a:xfrm>
            <a:off x="-15097638" y="9011617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2024</a:t>
            </a:r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7E48D9F6-F908-087B-5CDF-1C1957E2744D}"/>
              </a:ext>
            </a:extLst>
          </p:cNvPr>
          <p:cNvSpPr/>
          <p:nvPr/>
        </p:nvSpPr>
        <p:spPr>
          <a:xfrm>
            <a:off x="-10077792" y="6819900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2025</a:t>
            </a: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8E8E350C-CB52-0A96-7B77-87E752A3B732}"/>
              </a:ext>
            </a:extLst>
          </p:cNvPr>
          <p:cNvSpPr/>
          <p:nvPr/>
        </p:nvSpPr>
        <p:spPr>
          <a:xfrm>
            <a:off x="-5019846" y="4704736"/>
            <a:ext cx="6066003" cy="4306528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2026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94404864-A08F-EDEF-3CC2-A959A252FEDF}"/>
              </a:ext>
            </a:extLst>
          </p:cNvPr>
          <p:cNvSpPr/>
          <p:nvPr/>
        </p:nvSpPr>
        <p:spPr>
          <a:xfrm>
            <a:off x="0" y="2551472"/>
            <a:ext cx="6066003" cy="4306528"/>
          </a:xfrm>
          <a:prstGeom prst="hexagon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39000">
                <a:schemeClr val="accent3">
                  <a:lumMod val="40000"/>
                  <a:lumOff val="60000"/>
                </a:schemeClr>
              </a:gs>
              <a:gs pos="73000">
                <a:schemeClr val="accent5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dirty="0"/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91899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25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Eridhonson</dc:creator>
  <cp:lastModifiedBy>Eridhonson</cp:lastModifiedBy>
  <cp:revision>1</cp:revision>
  <dcterms:created xsi:type="dcterms:W3CDTF">2026-05-30T00:41:50Z</dcterms:created>
  <dcterms:modified xsi:type="dcterms:W3CDTF">2026-05-30T01:36:18Z</dcterms:modified>
</cp:coreProperties>
</file>