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3CA"/>
    <a:srgbClr val="68CCF9"/>
    <a:srgbClr val="D1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8" d="100"/>
          <a:sy n="58" d="100"/>
        </p:scale>
        <p:origin x="91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F7C62-A7A5-FF9F-453D-5AB1A62A3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601DC5-2811-B4AC-BC4E-753FEF9EC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D63082-F78A-B83F-BF32-779721717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317CD0-14A8-C660-1DE4-40DAA68F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A067CF-80EB-82FD-50E6-45B7F48D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154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03034-0E68-46AF-6726-9C3843E2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DF25F1-1B86-EF6A-D7C6-09687F0E1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88ED48-9CA0-7871-0773-B97A67F9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166F77-71DF-6C4C-FF93-1A34CDBF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B6F04B-1F64-C6DB-22D0-86796457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28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89C75-CE62-05B1-F841-663BFE9F1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EC6032-A295-EFF6-706B-F5E94BC87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782B41-4433-8BF8-1C0E-33A9EDC2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AECC25-5ED1-1B30-B69F-0580BC9D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6643B7-6D55-D7E4-29F6-4023B36A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93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AE61C-7B82-36D0-22B9-F134305E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764E7-478C-C4F9-6E2D-352F2B0E1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8F341C-4F53-E860-0202-91AAE5BB4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58A53D-E80E-89B6-D43F-DF82DE08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652202-7BDA-B1B4-DA96-A9489820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628687-0D3E-66C1-90D7-4BA00371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704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F706C-A861-79D3-1E0F-BB16F3AAB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95F7E1-D89F-82B0-0302-6C6D0BF96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E1FCFA-E9FA-CEFD-464D-B4810273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C96B21-2303-0DD2-7335-FD125CF65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9E3AC2-F839-B95A-D891-F00EAF9E1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480247D-89C0-7F88-D4E7-AB8829CC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FFBE343-90FD-9698-298D-E0B364C7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21A98E-A233-3589-F45A-F0B21010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1013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0A8DC-46A6-B45F-4DBF-AB3CD889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DA7B65-E069-5288-3888-0D33F065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2FD786-F8DF-479A-58BB-94A77225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7ED1C8-BB92-1DB2-1113-924F5807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42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67EE90-B205-5E8C-4B4D-A8145B7E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6B297D-1E78-D872-0581-3C4C422E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0B25FC-BC47-4BAC-F23A-19B7A4AA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59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86EF1-C531-E66C-3AE4-35F6A078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3F5138-715B-26E4-E13B-37406C0CA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E7BA0C-E4E8-FCBF-3A1D-4ADF211C9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634AD0-9178-30C9-BCCC-E6736C6F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EE4A50-144E-8576-E17F-F7EB9CB2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7E10BB-27DC-968A-9027-0602C9EA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41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AA439-98C0-31D3-7268-56964B0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6DF866-572A-0E1C-58C5-0D1360351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34E935-5108-343A-41D1-13C96200B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FFC6CB-4BD4-38EE-8939-59CDB893D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FA1C16-1288-BFD3-48BE-E838B8E7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4E172A-54E1-A030-9F11-CE970BDE4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97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F661-3AB2-62B7-94F8-C04B5225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736D94-346A-6867-D486-585DDF814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DAAD59-60FA-E2C8-7A44-265F34DA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911B06-F416-FF67-E5EF-4C71FDEC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05D174-D6B8-93EC-1C38-F8491B0E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753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2E6ED9-E31A-1C89-93C3-CDB4D45FA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3163AD-F78C-75CA-6346-C61AD9040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24B6D5-5A64-AC0F-938D-583E896F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6D880D-C822-3D1E-F8CE-12F79406C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2E420C-201B-1F41-4126-8138CA3E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21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D9F26E8-0A38-1634-4F0D-7885605A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2563BF-319F-5495-C3DD-D7044F235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40191-3EC7-AFDE-EC4E-E82820E25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9C278-A08D-46CA-A44D-2224562BFA5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BFC6EA-1A3D-15D1-A338-DA25549A4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038721-79E1-E20B-081A-02A65969F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5FAC2-47B7-409E-A88B-0D13EA471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0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8D894-91F2-5418-5641-268D66E4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 descr="Ásia com preenchimento sólido">
            <a:extLst>
              <a:ext uri="{FF2B5EF4-FFF2-40B4-BE49-F238E27FC236}">
                <a16:creationId xmlns:a16="http://schemas.microsoft.com/office/drawing/2014/main" id="{14A84C1E-FEDC-7058-6FAF-2803AECC1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7018" y="5356921"/>
            <a:ext cx="1135954" cy="1135954"/>
          </a:xfrm>
          <a:prstGeom prst="rect">
            <a:avLst/>
          </a:prstGeom>
        </p:spPr>
      </p:pic>
      <p:pic>
        <p:nvPicPr>
          <p:cNvPr id="13" name="Gráfico 12" descr="Europa com preenchimento sólido">
            <a:extLst>
              <a:ext uri="{FF2B5EF4-FFF2-40B4-BE49-F238E27FC236}">
                <a16:creationId xmlns:a16="http://schemas.microsoft.com/office/drawing/2014/main" id="{3EAF8378-0D00-D18F-2114-DB4DF1562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9168" y="5356921"/>
            <a:ext cx="1135954" cy="1135954"/>
          </a:xfrm>
          <a:prstGeom prst="rect">
            <a:avLst/>
          </a:prstGeom>
        </p:spPr>
      </p:pic>
      <p:pic>
        <p:nvPicPr>
          <p:cNvPr id="15" name="Gráfico 14" descr="América do Norte com preenchimento sólido">
            <a:extLst>
              <a:ext uri="{FF2B5EF4-FFF2-40B4-BE49-F238E27FC236}">
                <a16:creationId xmlns:a16="http://schemas.microsoft.com/office/drawing/2014/main" id="{4838384D-7501-E5BD-8633-E58BAB115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5275" y="5356921"/>
            <a:ext cx="1135954" cy="1135954"/>
          </a:xfrm>
          <a:prstGeom prst="rect">
            <a:avLst/>
          </a:prstGeom>
        </p:spPr>
      </p:pic>
      <p:pic>
        <p:nvPicPr>
          <p:cNvPr id="17" name="Gráfico 16" descr="América do Sul com preenchimento sólido">
            <a:extLst>
              <a:ext uri="{FF2B5EF4-FFF2-40B4-BE49-F238E27FC236}">
                <a16:creationId xmlns:a16="http://schemas.microsoft.com/office/drawing/2014/main" id="{004B32AA-3AB0-E7C2-1182-1A2E6B88C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898" y="5356921"/>
            <a:ext cx="1135954" cy="1135954"/>
          </a:xfrm>
          <a:prstGeom prst="rect">
            <a:avLst/>
          </a:prstGeom>
        </p:spPr>
      </p:pic>
      <p:pic>
        <p:nvPicPr>
          <p:cNvPr id="9" name="Espaço Reservado para Conteúdo 8" descr="África com preenchimento sólido">
            <a:extLst>
              <a:ext uri="{FF2B5EF4-FFF2-40B4-BE49-F238E27FC236}">
                <a16:creationId xmlns:a16="http://schemas.microsoft.com/office/drawing/2014/main" id="{41D050BD-7FCC-82E8-5AEF-8399B2888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78761" y="5356921"/>
            <a:ext cx="1135954" cy="1135954"/>
          </a:xfr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738EFE9D-9FB9-BD85-BF54-4864B8A3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Vídeo 10" title="Rotação da Terra">
            <a:hlinkClick r:id="" action="ppaction://media"/>
            <a:extLst>
              <a:ext uri="{FF2B5EF4-FFF2-40B4-BE49-F238E27FC236}">
                <a16:creationId xmlns:a16="http://schemas.microsoft.com/office/drawing/2014/main" id="{1B6ADEAB-24B3-25A9-3C61-C26F8DB233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D829ABFE-3F81-5B54-3965-FF44E85A0F3E}"/>
              </a:ext>
            </a:extLst>
          </p:cNvPr>
          <p:cNvSpPr txBox="1"/>
          <p:nvPr/>
        </p:nvSpPr>
        <p:spPr>
          <a:xfrm>
            <a:off x="1645476" y="-332508"/>
            <a:ext cx="10840240" cy="7498080"/>
          </a:xfrm>
          <a:custGeom>
            <a:avLst/>
            <a:gdLst/>
            <a:ahLst/>
            <a:cxnLst/>
            <a:rect l="l" t="t" r="r" b="b"/>
            <a:pathLst>
              <a:path w="10840240" h="7498080">
                <a:moveTo>
                  <a:pt x="1400175" y="3588659"/>
                </a:moveTo>
                <a:cubicBezTo>
                  <a:pt x="1345803" y="3588659"/>
                  <a:pt x="1302147" y="3607907"/>
                  <a:pt x="1269206" y="3646404"/>
                </a:cubicBezTo>
                <a:cubicBezTo>
                  <a:pt x="1236265" y="3684901"/>
                  <a:pt x="1219795" y="3748599"/>
                  <a:pt x="1219795" y="3837499"/>
                </a:cubicBezTo>
                <a:cubicBezTo>
                  <a:pt x="1219795" y="3925605"/>
                  <a:pt x="1236166" y="3988907"/>
                  <a:pt x="1268908" y="4027404"/>
                </a:cubicBezTo>
                <a:cubicBezTo>
                  <a:pt x="1301650" y="4065901"/>
                  <a:pt x="1346200" y="4085149"/>
                  <a:pt x="1402556" y="4085149"/>
                </a:cubicBezTo>
                <a:cubicBezTo>
                  <a:pt x="1460500" y="4085149"/>
                  <a:pt x="1505347" y="4066297"/>
                  <a:pt x="1537097" y="4028594"/>
                </a:cubicBezTo>
                <a:cubicBezTo>
                  <a:pt x="1568847" y="3990891"/>
                  <a:pt x="1584722" y="3923224"/>
                  <a:pt x="1584722" y="3825593"/>
                </a:cubicBezTo>
                <a:cubicBezTo>
                  <a:pt x="1584722" y="3743440"/>
                  <a:pt x="1568152" y="3683412"/>
                  <a:pt x="1535013" y="3645511"/>
                </a:cubicBezTo>
                <a:cubicBezTo>
                  <a:pt x="1501874" y="3607609"/>
                  <a:pt x="1456928" y="3588659"/>
                  <a:pt x="1400175" y="3588659"/>
                </a:cubicBezTo>
                <a:close/>
                <a:moveTo>
                  <a:pt x="8165306" y="3399349"/>
                </a:moveTo>
                <a:lnTo>
                  <a:pt x="8165306" y="4272077"/>
                </a:lnTo>
                <a:lnTo>
                  <a:pt x="8901112" y="4272077"/>
                </a:lnTo>
                <a:lnTo>
                  <a:pt x="8901112" y="4074433"/>
                </a:lnTo>
                <a:lnTo>
                  <a:pt x="8435577" y="4074433"/>
                </a:lnTo>
                <a:lnTo>
                  <a:pt x="8435577" y="3902388"/>
                </a:lnTo>
                <a:lnTo>
                  <a:pt x="8855273" y="3902388"/>
                </a:lnTo>
                <a:lnTo>
                  <a:pt x="8855273" y="3724390"/>
                </a:lnTo>
                <a:lnTo>
                  <a:pt x="8435577" y="3724390"/>
                </a:lnTo>
                <a:lnTo>
                  <a:pt x="8435577" y="3585682"/>
                </a:lnTo>
                <a:lnTo>
                  <a:pt x="8888015" y="3585682"/>
                </a:lnTo>
                <a:lnTo>
                  <a:pt x="8888015" y="3399349"/>
                </a:lnTo>
                <a:close/>
                <a:moveTo>
                  <a:pt x="7228284" y="3399349"/>
                </a:moveTo>
                <a:lnTo>
                  <a:pt x="7228284" y="3614852"/>
                </a:lnTo>
                <a:lnTo>
                  <a:pt x="7503318" y="3614852"/>
                </a:lnTo>
                <a:lnTo>
                  <a:pt x="7503318" y="4272077"/>
                </a:lnTo>
                <a:lnTo>
                  <a:pt x="7772994" y="4272077"/>
                </a:lnTo>
                <a:lnTo>
                  <a:pt x="7772994" y="3614852"/>
                </a:lnTo>
                <a:lnTo>
                  <a:pt x="8048029" y="3614852"/>
                </a:lnTo>
                <a:lnTo>
                  <a:pt x="8048029" y="3399349"/>
                </a:lnTo>
                <a:close/>
                <a:moveTo>
                  <a:pt x="6272212" y="3399349"/>
                </a:moveTo>
                <a:lnTo>
                  <a:pt x="6272212" y="4272077"/>
                </a:lnTo>
                <a:lnTo>
                  <a:pt x="6525815" y="4272077"/>
                </a:lnTo>
                <a:lnTo>
                  <a:pt x="6525815" y="3792888"/>
                </a:lnTo>
                <a:lnTo>
                  <a:pt x="6852642" y="4272077"/>
                </a:lnTo>
                <a:lnTo>
                  <a:pt x="7106840" y="4272077"/>
                </a:lnTo>
                <a:lnTo>
                  <a:pt x="7106840" y="3399349"/>
                </a:lnTo>
                <a:lnTo>
                  <a:pt x="6852642" y="3399349"/>
                </a:lnTo>
                <a:lnTo>
                  <a:pt x="6852642" y="3882185"/>
                </a:lnTo>
                <a:lnTo>
                  <a:pt x="6524029" y="3399349"/>
                </a:lnTo>
                <a:close/>
                <a:moveTo>
                  <a:pt x="5393531" y="3399349"/>
                </a:moveTo>
                <a:lnTo>
                  <a:pt x="5393531" y="4272077"/>
                </a:lnTo>
                <a:lnTo>
                  <a:pt x="6129337" y="4272077"/>
                </a:lnTo>
                <a:lnTo>
                  <a:pt x="6129337" y="4074433"/>
                </a:lnTo>
                <a:lnTo>
                  <a:pt x="5663802" y="4074433"/>
                </a:lnTo>
                <a:lnTo>
                  <a:pt x="5663802" y="3902388"/>
                </a:lnTo>
                <a:lnTo>
                  <a:pt x="6083498" y="3902388"/>
                </a:lnTo>
                <a:lnTo>
                  <a:pt x="6083498" y="3724390"/>
                </a:lnTo>
                <a:lnTo>
                  <a:pt x="5663802" y="3724390"/>
                </a:lnTo>
                <a:lnTo>
                  <a:pt x="5663802" y="3585682"/>
                </a:lnTo>
                <a:lnTo>
                  <a:pt x="6116240" y="3585682"/>
                </a:lnTo>
                <a:lnTo>
                  <a:pt x="6116240" y="3399349"/>
                </a:lnTo>
                <a:close/>
                <a:moveTo>
                  <a:pt x="4376737" y="3399349"/>
                </a:moveTo>
                <a:lnTo>
                  <a:pt x="4628554" y="3399349"/>
                </a:lnTo>
                <a:lnTo>
                  <a:pt x="4755324" y="3585614"/>
                </a:lnTo>
                <a:lnTo>
                  <a:pt x="4755324" y="3976137"/>
                </a:lnTo>
                <a:lnTo>
                  <a:pt x="4630341" y="3792888"/>
                </a:lnTo>
                <a:lnTo>
                  <a:pt x="4630341" y="4272077"/>
                </a:lnTo>
                <a:lnTo>
                  <a:pt x="4376737" y="4272077"/>
                </a:lnTo>
                <a:close/>
                <a:moveTo>
                  <a:pt x="3909417" y="3399349"/>
                </a:moveTo>
                <a:lnTo>
                  <a:pt x="4179689" y="3399349"/>
                </a:lnTo>
                <a:lnTo>
                  <a:pt x="4179689" y="4272077"/>
                </a:lnTo>
                <a:lnTo>
                  <a:pt x="3909417" y="4272077"/>
                </a:lnTo>
                <a:close/>
                <a:moveTo>
                  <a:pt x="2961084" y="3399349"/>
                </a:moveTo>
                <a:lnTo>
                  <a:pt x="3780829" y="3399349"/>
                </a:lnTo>
                <a:lnTo>
                  <a:pt x="3780829" y="3614852"/>
                </a:lnTo>
                <a:lnTo>
                  <a:pt x="3505795" y="3614852"/>
                </a:lnTo>
                <a:lnTo>
                  <a:pt x="3505795" y="4272077"/>
                </a:lnTo>
                <a:lnTo>
                  <a:pt x="3236119" y="4272077"/>
                </a:lnTo>
                <a:lnTo>
                  <a:pt x="3236119" y="3614852"/>
                </a:lnTo>
                <a:lnTo>
                  <a:pt x="2961084" y="3614852"/>
                </a:lnTo>
                <a:close/>
                <a:moveTo>
                  <a:pt x="2005012" y="3399349"/>
                </a:moveTo>
                <a:lnTo>
                  <a:pt x="2256829" y="3399349"/>
                </a:lnTo>
                <a:lnTo>
                  <a:pt x="2585442" y="3882185"/>
                </a:lnTo>
                <a:lnTo>
                  <a:pt x="2585442" y="3399349"/>
                </a:lnTo>
                <a:lnTo>
                  <a:pt x="2839640" y="3399349"/>
                </a:lnTo>
                <a:lnTo>
                  <a:pt x="2839640" y="4272077"/>
                </a:lnTo>
                <a:lnTo>
                  <a:pt x="2585442" y="4272077"/>
                </a:lnTo>
                <a:lnTo>
                  <a:pt x="2258616" y="3792888"/>
                </a:lnTo>
                <a:lnTo>
                  <a:pt x="2258616" y="4272077"/>
                </a:lnTo>
                <a:lnTo>
                  <a:pt x="2005012" y="4272077"/>
                </a:lnTo>
                <a:close/>
                <a:moveTo>
                  <a:pt x="9398793" y="3384466"/>
                </a:moveTo>
                <a:cubicBezTo>
                  <a:pt x="9307908" y="3384466"/>
                  <a:pt x="9236372" y="3395876"/>
                  <a:pt x="9184183" y="3418697"/>
                </a:cubicBezTo>
                <a:cubicBezTo>
                  <a:pt x="9131993" y="3441517"/>
                  <a:pt x="9092902" y="3472870"/>
                  <a:pt x="9066906" y="3512756"/>
                </a:cubicBezTo>
                <a:cubicBezTo>
                  <a:pt x="9040911" y="3552642"/>
                  <a:pt x="9027913" y="3595008"/>
                  <a:pt x="9027913" y="3639855"/>
                </a:cubicBezTo>
                <a:cubicBezTo>
                  <a:pt x="9027913" y="3708118"/>
                  <a:pt x="9053313" y="3764276"/>
                  <a:pt x="9104113" y="3808329"/>
                </a:cubicBezTo>
                <a:cubicBezTo>
                  <a:pt x="9154516" y="3852382"/>
                  <a:pt x="9238852" y="3887704"/>
                  <a:pt x="9357121" y="3914294"/>
                </a:cubicBezTo>
                <a:cubicBezTo>
                  <a:pt x="9429352" y="3930169"/>
                  <a:pt x="9475390" y="3947037"/>
                  <a:pt x="9495233" y="3964896"/>
                </a:cubicBezTo>
                <a:cubicBezTo>
                  <a:pt x="9515077" y="3982755"/>
                  <a:pt x="9524999" y="4002996"/>
                  <a:pt x="9524999" y="4025618"/>
                </a:cubicBezTo>
                <a:cubicBezTo>
                  <a:pt x="9524999" y="4049430"/>
                  <a:pt x="9514581" y="4070365"/>
                  <a:pt x="9493745" y="4088423"/>
                </a:cubicBezTo>
                <a:cubicBezTo>
                  <a:pt x="9472909" y="4106481"/>
                  <a:pt x="9443243" y="4115510"/>
                  <a:pt x="9404746" y="4115510"/>
                </a:cubicBezTo>
                <a:cubicBezTo>
                  <a:pt x="9353152" y="4115510"/>
                  <a:pt x="9313465" y="4097849"/>
                  <a:pt x="9285683" y="4062527"/>
                </a:cubicBezTo>
                <a:cubicBezTo>
                  <a:pt x="9268618" y="4040699"/>
                  <a:pt x="9257307" y="4008949"/>
                  <a:pt x="9251751" y="3967277"/>
                </a:cubicBezTo>
                <a:lnTo>
                  <a:pt x="8995171" y="3983351"/>
                </a:lnTo>
                <a:cubicBezTo>
                  <a:pt x="9002712" y="4071457"/>
                  <a:pt x="9035057" y="4144085"/>
                  <a:pt x="9092207" y="4201235"/>
                </a:cubicBezTo>
                <a:cubicBezTo>
                  <a:pt x="9149357" y="4258385"/>
                  <a:pt x="9252148" y="4286960"/>
                  <a:pt x="9400579" y="4286960"/>
                </a:cubicBezTo>
                <a:cubicBezTo>
                  <a:pt x="9485113" y="4286960"/>
                  <a:pt x="9555162" y="4274756"/>
                  <a:pt x="9610724" y="4250348"/>
                </a:cubicBezTo>
                <a:cubicBezTo>
                  <a:pt x="9666287" y="4225940"/>
                  <a:pt x="9709546" y="4190122"/>
                  <a:pt x="9740502" y="4142894"/>
                </a:cubicBezTo>
                <a:cubicBezTo>
                  <a:pt x="9771458" y="4095666"/>
                  <a:pt x="9786937" y="4044072"/>
                  <a:pt x="9786937" y="3988113"/>
                </a:cubicBezTo>
                <a:cubicBezTo>
                  <a:pt x="9786937" y="3940488"/>
                  <a:pt x="9775328" y="3897427"/>
                  <a:pt x="9752111" y="3858930"/>
                </a:cubicBezTo>
                <a:cubicBezTo>
                  <a:pt x="9728894" y="3820433"/>
                  <a:pt x="9691787" y="3788187"/>
                  <a:pt x="9640787" y="3762192"/>
                </a:cubicBezTo>
                <a:cubicBezTo>
                  <a:pt x="9589789" y="3736197"/>
                  <a:pt x="9505354" y="3710499"/>
                  <a:pt x="9387482" y="3685099"/>
                </a:cubicBezTo>
                <a:cubicBezTo>
                  <a:pt x="9339857" y="3675177"/>
                  <a:pt x="9309694" y="3664462"/>
                  <a:pt x="9296994" y="3652952"/>
                </a:cubicBezTo>
                <a:cubicBezTo>
                  <a:pt x="9283898" y="3641840"/>
                  <a:pt x="9277349" y="3629338"/>
                  <a:pt x="9277349" y="3615447"/>
                </a:cubicBezTo>
                <a:cubicBezTo>
                  <a:pt x="9277349" y="3596397"/>
                  <a:pt x="9285286" y="3580225"/>
                  <a:pt x="9301162" y="3566929"/>
                </a:cubicBezTo>
                <a:cubicBezTo>
                  <a:pt x="9317037" y="3553634"/>
                  <a:pt x="9340650" y="3546987"/>
                  <a:pt x="9372004" y="3546987"/>
                </a:cubicBezTo>
                <a:cubicBezTo>
                  <a:pt x="9410104" y="3546987"/>
                  <a:pt x="9439969" y="3555916"/>
                  <a:pt x="9461598" y="3573776"/>
                </a:cubicBezTo>
                <a:cubicBezTo>
                  <a:pt x="9483228" y="3591635"/>
                  <a:pt x="9497416" y="3620210"/>
                  <a:pt x="9504163" y="3659501"/>
                </a:cubicBezTo>
                <a:lnTo>
                  <a:pt x="9758362" y="3644618"/>
                </a:lnTo>
                <a:cubicBezTo>
                  <a:pt x="9747249" y="3554130"/>
                  <a:pt x="9712424" y="3488150"/>
                  <a:pt x="9653884" y="3446676"/>
                </a:cubicBezTo>
                <a:cubicBezTo>
                  <a:pt x="9595345" y="3405203"/>
                  <a:pt x="9510315" y="3384466"/>
                  <a:pt x="9398793" y="3384466"/>
                </a:cubicBezTo>
                <a:close/>
                <a:moveTo>
                  <a:pt x="1400770" y="3384466"/>
                </a:moveTo>
                <a:cubicBezTo>
                  <a:pt x="1546026" y="3384466"/>
                  <a:pt x="1657945" y="3423459"/>
                  <a:pt x="1736526" y="3501445"/>
                </a:cubicBezTo>
                <a:cubicBezTo>
                  <a:pt x="1815108" y="3579431"/>
                  <a:pt x="1854398" y="3688671"/>
                  <a:pt x="1854398" y="3829165"/>
                </a:cubicBezTo>
                <a:cubicBezTo>
                  <a:pt x="1854398" y="3931162"/>
                  <a:pt x="1837233" y="4014803"/>
                  <a:pt x="1802904" y="4080089"/>
                </a:cubicBezTo>
                <a:cubicBezTo>
                  <a:pt x="1768574" y="4145375"/>
                  <a:pt x="1718965" y="4196175"/>
                  <a:pt x="1654076" y="4232489"/>
                </a:cubicBezTo>
                <a:cubicBezTo>
                  <a:pt x="1589186" y="4268803"/>
                  <a:pt x="1508323" y="4286960"/>
                  <a:pt x="1411486" y="4286960"/>
                </a:cubicBezTo>
                <a:cubicBezTo>
                  <a:pt x="1313061" y="4286960"/>
                  <a:pt x="1231602" y="4271283"/>
                  <a:pt x="1167110" y="4239930"/>
                </a:cubicBezTo>
                <a:cubicBezTo>
                  <a:pt x="1102618" y="4208577"/>
                  <a:pt x="1050330" y="4158968"/>
                  <a:pt x="1010245" y="4091102"/>
                </a:cubicBezTo>
                <a:cubicBezTo>
                  <a:pt x="970161" y="4023237"/>
                  <a:pt x="950119" y="3938305"/>
                  <a:pt x="950119" y="3836308"/>
                </a:cubicBezTo>
                <a:cubicBezTo>
                  <a:pt x="950119" y="3693830"/>
                  <a:pt x="989806" y="3582904"/>
                  <a:pt x="1069181" y="3503529"/>
                </a:cubicBezTo>
                <a:cubicBezTo>
                  <a:pt x="1148556" y="3424154"/>
                  <a:pt x="1259086" y="3384466"/>
                  <a:pt x="1400770" y="3384466"/>
                </a:cubicBezTo>
                <a:close/>
                <a:moveTo>
                  <a:pt x="441126" y="3384466"/>
                </a:moveTo>
                <a:cubicBezTo>
                  <a:pt x="551061" y="3384466"/>
                  <a:pt x="637480" y="3406691"/>
                  <a:pt x="700385" y="3451141"/>
                </a:cubicBezTo>
                <a:cubicBezTo>
                  <a:pt x="763290" y="3495591"/>
                  <a:pt x="810022" y="3563854"/>
                  <a:pt x="840581" y="3655929"/>
                </a:cubicBezTo>
                <a:lnTo>
                  <a:pt x="602456" y="3708912"/>
                </a:lnTo>
                <a:cubicBezTo>
                  <a:pt x="594121" y="3682321"/>
                  <a:pt x="585390" y="3662874"/>
                  <a:pt x="576262" y="3650571"/>
                </a:cubicBezTo>
                <a:cubicBezTo>
                  <a:pt x="561181" y="3629934"/>
                  <a:pt x="542726" y="3614058"/>
                  <a:pt x="520898" y="3602946"/>
                </a:cubicBezTo>
                <a:cubicBezTo>
                  <a:pt x="499070" y="3591834"/>
                  <a:pt x="474662" y="3586277"/>
                  <a:pt x="447675" y="3586277"/>
                </a:cubicBezTo>
                <a:cubicBezTo>
                  <a:pt x="386556" y="3586277"/>
                  <a:pt x="339725" y="3610856"/>
                  <a:pt x="307181" y="3660012"/>
                </a:cubicBezTo>
                <a:cubicBezTo>
                  <a:pt x="282575" y="3696481"/>
                  <a:pt x="270272" y="3753758"/>
                  <a:pt x="270272" y="3831844"/>
                </a:cubicBezTo>
                <a:cubicBezTo>
                  <a:pt x="270272" y="3928569"/>
                  <a:pt x="284956" y="3994869"/>
                  <a:pt x="314325" y="4030743"/>
                </a:cubicBezTo>
                <a:cubicBezTo>
                  <a:pt x="343693" y="4066617"/>
                  <a:pt x="384968" y="4084554"/>
                  <a:pt x="438150" y="4084554"/>
                </a:cubicBezTo>
                <a:cubicBezTo>
                  <a:pt x="489744" y="4084554"/>
                  <a:pt x="528736" y="4070068"/>
                  <a:pt x="555129" y="4041096"/>
                </a:cubicBezTo>
                <a:cubicBezTo>
                  <a:pt x="581521" y="4012124"/>
                  <a:pt x="600670" y="3970055"/>
                  <a:pt x="612576" y="3914890"/>
                </a:cubicBezTo>
                <a:lnTo>
                  <a:pt x="848915" y="3986327"/>
                </a:lnTo>
                <a:cubicBezTo>
                  <a:pt x="833040" y="4052605"/>
                  <a:pt x="808037" y="4107969"/>
                  <a:pt x="773906" y="4152419"/>
                </a:cubicBezTo>
                <a:cubicBezTo>
                  <a:pt x="739775" y="4196869"/>
                  <a:pt x="697408" y="4230405"/>
                  <a:pt x="646807" y="4253027"/>
                </a:cubicBezTo>
                <a:cubicBezTo>
                  <a:pt x="596205" y="4275649"/>
                  <a:pt x="531812" y="4286960"/>
                  <a:pt x="453628" y="4286960"/>
                </a:cubicBezTo>
                <a:cubicBezTo>
                  <a:pt x="358775" y="4286960"/>
                  <a:pt x="281285" y="4273178"/>
                  <a:pt x="221158" y="4245614"/>
                </a:cubicBezTo>
                <a:cubicBezTo>
                  <a:pt x="161032" y="4218049"/>
                  <a:pt x="109140" y="4169564"/>
                  <a:pt x="65484" y="4100157"/>
                </a:cubicBezTo>
                <a:cubicBezTo>
                  <a:pt x="21828" y="4030751"/>
                  <a:pt x="0" y="3941908"/>
                  <a:pt x="0" y="3833630"/>
                </a:cubicBezTo>
                <a:cubicBezTo>
                  <a:pt x="0" y="3689266"/>
                  <a:pt x="38397" y="3578315"/>
                  <a:pt x="115193" y="3500776"/>
                </a:cubicBezTo>
                <a:cubicBezTo>
                  <a:pt x="191988" y="3423236"/>
                  <a:pt x="300632" y="3384466"/>
                  <a:pt x="441126" y="3384466"/>
                </a:cubicBezTo>
                <a:close/>
                <a:moveTo>
                  <a:pt x="4755324" y="0"/>
                </a:moveTo>
                <a:lnTo>
                  <a:pt x="10840240" y="0"/>
                </a:lnTo>
                <a:lnTo>
                  <a:pt x="10840240" y="7498080"/>
                </a:lnTo>
                <a:lnTo>
                  <a:pt x="4755324" y="7498080"/>
                </a:lnTo>
                <a:lnTo>
                  <a:pt x="4755324" y="3976137"/>
                </a:lnTo>
                <a:lnTo>
                  <a:pt x="4957167" y="4272077"/>
                </a:lnTo>
                <a:lnTo>
                  <a:pt x="5211365" y="4272077"/>
                </a:lnTo>
                <a:lnTo>
                  <a:pt x="5211365" y="3399349"/>
                </a:lnTo>
                <a:lnTo>
                  <a:pt x="4957167" y="3399349"/>
                </a:lnTo>
                <a:lnTo>
                  <a:pt x="4957167" y="3882185"/>
                </a:lnTo>
                <a:lnTo>
                  <a:pt x="4755324" y="3585614"/>
                </a:lnTo>
                <a:close/>
              </a:path>
            </a:pathLst>
          </a:custGeom>
          <a:solidFill>
            <a:srgbClr val="1D43CA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sz="7200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872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3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46D5E0B-0523-77BB-EF72-80E6D4BE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América do Sul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91E252-CC3E-8C00-337C-ACCEB297D7E0}"/>
              </a:ext>
            </a:extLst>
          </p:cNvPr>
          <p:cNvSpPr/>
          <p:nvPr/>
        </p:nvSpPr>
        <p:spPr>
          <a:xfrm>
            <a:off x="-247973" y="5052447"/>
            <a:ext cx="12615620" cy="19837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437019B-2C1B-EFF7-88CD-679456BCCB76}"/>
              </a:ext>
            </a:extLst>
          </p:cNvPr>
          <p:cNvSpPr/>
          <p:nvPr/>
        </p:nvSpPr>
        <p:spPr>
          <a:xfrm>
            <a:off x="154983" y="4122549"/>
            <a:ext cx="1983784" cy="198378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 descr="Ásia com preenchimento sólido">
            <a:extLst>
              <a:ext uri="{FF2B5EF4-FFF2-40B4-BE49-F238E27FC236}">
                <a16:creationId xmlns:a16="http://schemas.microsoft.com/office/drawing/2014/main" id="{5F25EF63-D08B-07C0-A578-29BD5857E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018" y="5356921"/>
            <a:ext cx="1135954" cy="1135954"/>
          </a:xfrm>
          <a:prstGeom prst="rect">
            <a:avLst/>
          </a:prstGeom>
        </p:spPr>
      </p:pic>
      <p:pic>
        <p:nvPicPr>
          <p:cNvPr id="13" name="Gráfico 12" descr="Europa com preenchimento sólido">
            <a:extLst>
              <a:ext uri="{FF2B5EF4-FFF2-40B4-BE49-F238E27FC236}">
                <a16:creationId xmlns:a16="http://schemas.microsoft.com/office/drawing/2014/main" id="{1E68CEE3-F69D-4EB0-E475-3E7ED4D1E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9168" y="5356921"/>
            <a:ext cx="1135954" cy="1135954"/>
          </a:xfrm>
          <a:prstGeom prst="rect">
            <a:avLst/>
          </a:prstGeom>
        </p:spPr>
      </p:pic>
      <p:pic>
        <p:nvPicPr>
          <p:cNvPr id="15" name="Gráfico 14" descr="América do Norte com preenchimento sólido">
            <a:extLst>
              <a:ext uri="{FF2B5EF4-FFF2-40B4-BE49-F238E27FC236}">
                <a16:creationId xmlns:a16="http://schemas.microsoft.com/office/drawing/2014/main" id="{88E07A12-5FEA-10CA-49D7-0CB489FDB1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5275" y="5356921"/>
            <a:ext cx="1135954" cy="1135954"/>
          </a:xfrm>
          <a:prstGeom prst="rect">
            <a:avLst/>
          </a:prstGeom>
        </p:spPr>
      </p:pic>
      <p:pic>
        <p:nvPicPr>
          <p:cNvPr id="17" name="Gráfico 16" descr="América do Sul com preenchimento sólido">
            <a:extLst>
              <a:ext uri="{FF2B5EF4-FFF2-40B4-BE49-F238E27FC236}">
                <a16:creationId xmlns:a16="http://schemas.microsoft.com/office/drawing/2014/main" id="{E2C3330F-67B5-CCA7-9EB8-5786BDFE67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898" y="4619675"/>
            <a:ext cx="1135954" cy="1135954"/>
          </a:xfrm>
          <a:prstGeom prst="rect">
            <a:avLst/>
          </a:prstGeom>
        </p:spPr>
      </p:pic>
      <p:pic>
        <p:nvPicPr>
          <p:cNvPr id="9" name="Espaço Reservado para Conteúdo 8" descr="África com preenchimento sólido">
            <a:extLst>
              <a:ext uri="{FF2B5EF4-FFF2-40B4-BE49-F238E27FC236}">
                <a16:creationId xmlns:a16="http://schemas.microsoft.com/office/drawing/2014/main" id="{F3633DEC-8FCC-E4BA-4986-8C6B82D1F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8761" y="5356921"/>
            <a:ext cx="1135954" cy="1135954"/>
          </a:xfrm>
        </p:spPr>
      </p:pic>
    </p:spTree>
    <p:extLst>
      <p:ext uri="{BB962C8B-B14F-4D97-AF65-F5344CB8AC3E}">
        <p14:creationId xmlns:p14="http://schemas.microsoft.com/office/powerpoint/2010/main" val="902819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4C89B-2D69-C4E0-45F5-38B3AA92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B93A66B-A3B4-12DC-A531-A7039E06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África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935110-4F2C-A256-CC8F-BAB6B73FF77F}"/>
              </a:ext>
            </a:extLst>
          </p:cNvPr>
          <p:cNvSpPr/>
          <p:nvPr/>
        </p:nvSpPr>
        <p:spPr>
          <a:xfrm>
            <a:off x="-247973" y="5052447"/>
            <a:ext cx="12615620" cy="19837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6075DE4-C9B1-43E3-5488-84F208B80151}"/>
              </a:ext>
            </a:extLst>
          </p:cNvPr>
          <p:cNvSpPr/>
          <p:nvPr/>
        </p:nvSpPr>
        <p:spPr>
          <a:xfrm>
            <a:off x="2302601" y="4122549"/>
            <a:ext cx="1983784" cy="198378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 descr="Ásia com preenchimento sólido">
            <a:extLst>
              <a:ext uri="{FF2B5EF4-FFF2-40B4-BE49-F238E27FC236}">
                <a16:creationId xmlns:a16="http://schemas.microsoft.com/office/drawing/2014/main" id="{D6856497-1595-6AFA-920A-0F9BF0B42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018" y="5356921"/>
            <a:ext cx="1135954" cy="1135954"/>
          </a:xfrm>
          <a:prstGeom prst="rect">
            <a:avLst/>
          </a:prstGeom>
        </p:spPr>
      </p:pic>
      <p:pic>
        <p:nvPicPr>
          <p:cNvPr id="13" name="Gráfico 12" descr="Europa com preenchimento sólido">
            <a:extLst>
              <a:ext uri="{FF2B5EF4-FFF2-40B4-BE49-F238E27FC236}">
                <a16:creationId xmlns:a16="http://schemas.microsoft.com/office/drawing/2014/main" id="{2C6D1CB1-0DBF-DC8D-977A-8DF5E417A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9168" y="5356921"/>
            <a:ext cx="1135954" cy="1135954"/>
          </a:xfrm>
          <a:prstGeom prst="rect">
            <a:avLst/>
          </a:prstGeom>
        </p:spPr>
      </p:pic>
      <p:pic>
        <p:nvPicPr>
          <p:cNvPr id="15" name="Gráfico 14" descr="América do Norte com preenchimento sólido">
            <a:extLst>
              <a:ext uri="{FF2B5EF4-FFF2-40B4-BE49-F238E27FC236}">
                <a16:creationId xmlns:a16="http://schemas.microsoft.com/office/drawing/2014/main" id="{AF9D5410-85F3-BD1B-B936-E14CAF1ACC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5275" y="5356921"/>
            <a:ext cx="1135954" cy="1135954"/>
          </a:xfrm>
          <a:prstGeom prst="rect">
            <a:avLst/>
          </a:prstGeom>
        </p:spPr>
      </p:pic>
      <p:pic>
        <p:nvPicPr>
          <p:cNvPr id="17" name="Gráfico 16" descr="América do Sul com preenchimento sólido">
            <a:extLst>
              <a:ext uri="{FF2B5EF4-FFF2-40B4-BE49-F238E27FC236}">
                <a16:creationId xmlns:a16="http://schemas.microsoft.com/office/drawing/2014/main" id="{4F1CC06D-F9AD-A4B7-C469-6491C8694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898" y="5356921"/>
            <a:ext cx="1135954" cy="1135954"/>
          </a:xfrm>
          <a:prstGeom prst="rect">
            <a:avLst/>
          </a:prstGeom>
        </p:spPr>
      </p:pic>
      <p:pic>
        <p:nvPicPr>
          <p:cNvPr id="9" name="Espaço Reservado para Conteúdo 8" descr="África com preenchimento sólido">
            <a:extLst>
              <a:ext uri="{FF2B5EF4-FFF2-40B4-BE49-F238E27FC236}">
                <a16:creationId xmlns:a16="http://schemas.microsoft.com/office/drawing/2014/main" id="{3B546287-2D55-47FD-83E7-B2E449993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8761" y="4546464"/>
            <a:ext cx="1135954" cy="1135954"/>
          </a:xfrm>
        </p:spPr>
      </p:pic>
    </p:spTree>
    <p:extLst>
      <p:ext uri="{BB962C8B-B14F-4D97-AF65-F5344CB8AC3E}">
        <p14:creationId xmlns:p14="http://schemas.microsoft.com/office/powerpoint/2010/main" val="2425851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2C4E-21C6-AF2A-0AB6-1857C17D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1371BAB-63DF-B27A-A594-03DA8489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50D0F0-8F59-B1B8-6D5A-9EAF7B26A30F}"/>
              </a:ext>
            </a:extLst>
          </p:cNvPr>
          <p:cNvSpPr/>
          <p:nvPr/>
        </p:nvSpPr>
        <p:spPr>
          <a:xfrm>
            <a:off x="-247973" y="5052447"/>
            <a:ext cx="12615620" cy="19837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2017DCA-C1EC-B723-BA26-288A6C83F899}"/>
              </a:ext>
            </a:extLst>
          </p:cNvPr>
          <p:cNvSpPr/>
          <p:nvPr/>
        </p:nvSpPr>
        <p:spPr>
          <a:xfrm>
            <a:off x="4530858" y="4122549"/>
            <a:ext cx="1983784" cy="198378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 descr="Ásia com preenchimento sólido">
            <a:extLst>
              <a:ext uri="{FF2B5EF4-FFF2-40B4-BE49-F238E27FC236}">
                <a16:creationId xmlns:a16="http://schemas.microsoft.com/office/drawing/2014/main" id="{8C56F776-2BF1-6E2D-2A52-7C2C4CBA0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018" y="4546464"/>
            <a:ext cx="1135954" cy="1135954"/>
          </a:xfrm>
          <a:prstGeom prst="rect">
            <a:avLst/>
          </a:prstGeom>
        </p:spPr>
      </p:pic>
      <p:pic>
        <p:nvPicPr>
          <p:cNvPr id="13" name="Gráfico 12" descr="Europa com preenchimento sólido">
            <a:extLst>
              <a:ext uri="{FF2B5EF4-FFF2-40B4-BE49-F238E27FC236}">
                <a16:creationId xmlns:a16="http://schemas.microsoft.com/office/drawing/2014/main" id="{5104E726-9A35-2CDA-BCC1-2FDBC8FE6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9168" y="5356921"/>
            <a:ext cx="1135954" cy="1135954"/>
          </a:xfrm>
          <a:prstGeom prst="rect">
            <a:avLst/>
          </a:prstGeom>
        </p:spPr>
      </p:pic>
      <p:pic>
        <p:nvPicPr>
          <p:cNvPr id="15" name="Gráfico 14" descr="América do Norte com preenchimento sólido">
            <a:extLst>
              <a:ext uri="{FF2B5EF4-FFF2-40B4-BE49-F238E27FC236}">
                <a16:creationId xmlns:a16="http://schemas.microsoft.com/office/drawing/2014/main" id="{08415482-DEF0-0F87-CA5F-48250CE408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5275" y="5356921"/>
            <a:ext cx="1135954" cy="1135954"/>
          </a:xfrm>
          <a:prstGeom prst="rect">
            <a:avLst/>
          </a:prstGeom>
        </p:spPr>
      </p:pic>
      <p:pic>
        <p:nvPicPr>
          <p:cNvPr id="17" name="Gráfico 16" descr="América do Sul com preenchimento sólido">
            <a:extLst>
              <a:ext uri="{FF2B5EF4-FFF2-40B4-BE49-F238E27FC236}">
                <a16:creationId xmlns:a16="http://schemas.microsoft.com/office/drawing/2014/main" id="{0AE3CFEE-6A29-3A52-2C46-0FA0AEA93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898" y="5356921"/>
            <a:ext cx="1135954" cy="1135954"/>
          </a:xfrm>
          <a:prstGeom prst="rect">
            <a:avLst/>
          </a:prstGeom>
        </p:spPr>
      </p:pic>
      <p:pic>
        <p:nvPicPr>
          <p:cNvPr id="9" name="Espaço Reservado para Conteúdo 8" descr="África com preenchimento sólido">
            <a:extLst>
              <a:ext uri="{FF2B5EF4-FFF2-40B4-BE49-F238E27FC236}">
                <a16:creationId xmlns:a16="http://schemas.microsoft.com/office/drawing/2014/main" id="{9CD10E23-4DA8-A603-B9AC-462DDA54C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8761" y="5356921"/>
            <a:ext cx="1135954" cy="1135954"/>
          </a:xfrm>
        </p:spPr>
      </p:pic>
    </p:spTree>
    <p:extLst>
      <p:ext uri="{BB962C8B-B14F-4D97-AF65-F5344CB8AC3E}">
        <p14:creationId xmlns:p14="http://schemas.microsoft.com/office/powerpoint/2010/main" val="39519735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D6A5-1F97-433A-2EE8-0F740009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1312720-EB22-A709-A44A-C411A5B9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América do Norte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BFAA37D-728A-9E00-C836-A1C8A335F0C4}"/>
              </a:ext>
            </a:extLst>
          </p:cNvPr>
          <p:cNvSpPr/>
          <p:nvPr/>
        </p:nvSpPr>
        <p:spPr>
          <a:xfrm>
            <a:off x="-247973" y="5052447"/>
            <a:ext cx="12615620" cy="19837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264D5F0-74A9-5C8B-5C3B-EF6F965CF628}"/>
              </a:ext>
            </a:extLst>
          </p:cNvPr>
          <p:cNvSpPr/>
          <p:nvPr/>
        </p:nvSpPr>
        <p:spPr>
          <a:xfrm>
            <a:off x="6811360" y="4122549"/>
            <a:ext cx="1983784" cy="198378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 descr="Ásia com preenchimento sólido">
            <a:extLst>
              <a:ext uri="{FF2B5EF4-FFF2-40B4-BE49-F238E27FC236}">
                <a16:creationId xmlns:a16="http://schemas.microsoft.com/office/drawing/2014/main" id="{4FE3EDA3-0975-6456-F9B8-B218CAD428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018" y="5356921"/>
            <a:ext cx="1135954" cy="1135954"/>
          </a:xfrm>
          <a:prstGeom prst="rect">
            <a:avLst/>
          </a:prstGeom>
        </p:spPr>
      </p:pic>
      <p:pic>
        <p:nvPicPr>
          <p:cNvPr id="13" name="Gráfico 12" descr="Europa com preenchimento sólido">
            <a:extLst>
              <a:ext uri="{FF2B5EF4-FFF2-40B4-BE49-F238E27FC236}">
                <a16:creationId xmlns:a16="http://schemas.microsoft.com/office/drawing/2014/main" id="{D6CE9D33-C2C8-7B32-1A08-EBC98DAA5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9168" y="5356921"/>
            <a:ext cx="1135954" cy="1135954"/>
          </a:xfrm>
          <a:prstGeom prst="rect">
            <a:avLst/>
          </a:prstGeom>
        </p:spPr>
      </p:pic>
      <p:pic>
        <p:nvPicPr>
          <p:cNvPr id="15" name="Gráfico 14" descr="América do Norte com preenchimento sólido">
            <a:extLst>
              <a:ext uri="{FF2B5EF4-FFF2-40B4-BE49-F238E27FC236}">
                <a16:creationId xmlns:a16="http://schemas.microsoft.com/office/drawing/2014/main" id="{A00903D2-44F0-0212-1025-BAC4E5516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5275" y="4546464"/>
            <a:ext cx="1135954" cy="1135954"/>
          </a:xfrm>
          <a:prstGeom prst="rect">
            <a:avLst/>
          </a:prstGeom>
        </p:spPr>
      </p:pic>
      <p:pic>
        <p:nvPicPr>
          <p:cNvPr id="17" name="Gráfico 16" descr="América do Sul com preenchimento sólido">
            <a:extLst>
              <a:ext uri="{FF2B5EF4-FFF2-40B4-BE49-F238E27FC236}">
                <a16:creationId xmlns:a16="http://schemas.microsoft.com/office/drawing/2014/main" id="{35078F55-D9B0-F557-66B7-0FE73493D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898" y="5356921"/>
            <a:ext cx="1135954" cy="1135954"/>
          </a:xfrm>
          <a:prstGeom prst="rect">
            <a:avLst/>
          </a:prstGeom>
        </p:spPr>
      </p:pic>
      <p:pic>
        <p:nvPicPr>
          <p:cNvPr id="9" name="Espaço Reservado para Conteúdo 8" descr="África com preenchimento sólido">
            <a:extLst>
              <a:ext uri="{FF2B5EF4-FFF2-40B4-BE49-F238E27FC236}">
                <a16:creationId xmlns:a16="http://schemas.microsoft.com/office/drawing/2014/main" id="{74494170-2E55-F193-E028-2FCDC0AA6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8761" y="5356921"/>
            <a:ext cx="1135954" cy="1135954"/>
          </a:xfrm>
        </p:spPr>
      </p:pic>
    </p:spTree>
    <p:extLst>
      <p:ext uri="{BB962C8B-B14F-4D97-AF65-F5344CB8AC3E}">
        <p14:creationId xmlns:p14="http://schemas.microsoft.com/office/powerpoint/2010/main" val="654626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09B0-8E58-365D-35FC-75827EBC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0E12833-15CD-39EE-1189-05D62C90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Europa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B190E8E-91C7-F6D6-F352-4E36C5B499CC}"/>
              </a:ext>
            </a:extLst>
          </p:cNvPr>
          <p:cNvSpPr/>
          <p:nvPr/>
        </p:nvSpPr>
        <p:spPr>
          <a:xfrm>
            <a:off x="-247973" y="5052447"/>
            <a:ext cx="12615620" cy="19837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4DF0D4F-5B59-32D5-01EB-6B8503E27B97}"/>
              </a:ext>
            </a:extLst>
          </p:cNvPr>
          <p:cNvSpPr/>
          <p:nvPr/>
        </p:nvSpPr>
        <p:spPr>
          <a:xfrm>
            <a:off x="9095253" y="4122549"/>
            <a:ext cx="1983784" cy="198378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 descr="Ásia com preenchimento sólido">
            <a:extLst>
              <a:ext uri="{FF2B5EF4-FFF2-40B4-BE49-F238E27FC236}">
                <a16:creationId xmlns:a16="http://schemas.microsoft.com/office/drawing/2014/main" id="{D0B3726E-1364-CEB6-3FB5-8EBA44130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018" y="5356921"/>
            <a:ext cx="1135954" cy="1135954"/>
          </a:xfrm>
          <a:prstGeom prst="rect">
            <a:avLst/>
          </a:prstGeom>
        </p:spPr>
      </p:pic>
      <p:pic>
        <p:nvPicPr>
          <p:cNvPr id="13" name="Gráfico 12" descr="Europa com preenchimento sólido">
            <a:extLst>
              <a:ext uri="{FF2B5EF4-FFF2-40B4-BE49-F238E27FC236}">
                <a16:creationId xmlns:a16="http://schemas.microsoft.com/office/drawing/2014/main" id="{1CAA19D1-8617-25D5-E097-944BF0C2CC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9168" y="4619675"/>
            <a:ext cx="1135954" cy="1135954"/>
          </a:xfrm>
          <a:prstGeom prst="rect">
            <a:avLst/>
          </a:prstGeom>
        </p:spPr>
      </p:pic>
      <p:pic>
        <p:nvPicPr>
          <p:cNvPr id="15" name="Gráfico 14" descr="América do Norte com preenchimento sólido">
            <a:extLst>
              <a:ext uri="{FF2B5EF4-FFF2-40B4-BE49-F238E27FC236}">
                <a16:creationId xmlns:a16="http://schemas.microsoft.com/office/drawing/2014/main" id="{211B1CB1-D862-892E-8DA7-C93B8F184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5275" y="5356921"/>
            <a:ext cx="1135954" cy="1135954"/>
          </a:xfrm>
          <a:prstGeom prst="rect">
            <a:avLst/>
          </a:prstGeom>
        </p:spPr>
      </p:pic>
      <p:pic>
        <p:nvPicPr>
          <p:cNvPr id="17" name="Gráfico 16" descr="América do Sul com preenchimento sólido">
            <a:extLst>
              <a:ext uri="{FF2B5EF4-FFF2-40B4-BE49-F238E27FC236}">
                <a16:creationId xmlns:a16="http://schemas.microsoft.com/office/drawing/2014/main" id="{B9F4080A-3025-729C-F6F4-1F20B9573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898" y="5356921"/>
            <a:ext cx="1135954" cy="1135954"/>
          </a:xfrm>
          <a:prstGeom prst="rect">
            <a:avLst/>
          </a:prstGeom>
        </p:spPr>
      </p:pic>
      <p:pic>
        <p:nvPicPr>
          <p:cNvPr id="9" name="Espaço Reservado para Conteúdo 8" descr="África com preenchimento sólido">
            <a:extLst>
              <a:ext uri="{FF2B5EF4-FFF2-40B4-BE49-F238E27FC236}">
                <a16:creationId xmlns:a16="http://schemas.microsoft.com/office/drawing/2014/main" id="{22768FB6-7765-556D-B691-85518EDD8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8761" y="5356921"/>
            <a:ext cx="1135954" cy="1135954"/>
          </a:xfrm>
        </p:spPr>
      </p:pic>
    </p:spTree>
    <p:extLst>
      <p:ext uri="{BB962C8B-B14F-4D97-AF65-F5344CB8AC3E}">
        <p14:creationId xmlns:p14="http://schemas.microsoft.com/office/powerpoint/2010/main" val="478211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9</Words>
  <Application>Microsoft Office PowerPoint</Application>
  <PresentationFormat>Widescreen</PresentationFormat>
  <Paragraphs>5</Paragraphs>
  <Slides>6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Tema do Office</vt:lpstr>
      <vt:lpstr>Apresentação do PowerPoint</vt:lpstr>
      <vt:lpstr>América do Sul</vt:lpstr>
      <vt:lpstr>África</vt:lpstr>
      <vt:lpstr>Asia</vt:lpstr>
      <vt:lpstr>América do Norte</vt:lpstr>
      <vt:lpstr>Europa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Eridhonson</dc:creator>
  <cp:lastModifiedBy>Eridhonson</cp:lastModifiedBy>
  <cp:revision>3</cp:revision>
  <dcterms:created xsi:type="dcterms:W3CDTF">2026-05-29T20:34:18Z</dcterms:created>
  <dcterms:modified xsi:type="dcterms:W3CDTF">2026-05-30T00:36:18Z</dcterms:modified>
</cp:coreProperties>
</file>