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45" d="100"/>
          <a:sy n="45" d="100"/>
        </p:scale>
        <p:origin x="998" y="48"/>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94B846-B8AF-A280-2BE1-4A5C3AD19752}"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B1A1A6-E009-D2B1-E41F-063C413960E9}"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E86DAA-44D9-7C4B-DF03-499D2AD536C5}"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CD76E13-2D94-2565-B9A2-7E98D7BDCB80}"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F368096-D87C-2D78-CF57-D85F6C658AD7}"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33E16F-1332-EBCB-0767-0182CAA4E731}"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AD5BC5-50BF-54F2-92A1-A42299FD8A1A}"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61F2F0C-E549-36A7-1B8E-44B2D7236A51}"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4C051BF-9E86-5CB0-7E46-E2525D24B055}"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33434D1-1F3E-1207-C125-A1CB17E12238}"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Slide de Título">
    <p:spTree>
      <p:nvGrpSpPr>
        <p:cNvPr id="1" name=""/>
        <p:cNvGrpSpPr/>
        <p:nvPr/>
      </p:nvGrpSpPr>
      <p:grpSpPr bwMode="auto">
        <a:xfrm>
          <a:off x="0" y="0"/>
          <a:ext cx="0" cy="0"/>
          <a:chOff x="0" y="0"/>
          <a:chExt cx="0" cy="0"/>
        </a:xfrm>
      </p:grpSpPr>
      <p:sp>
        <p:nvSpPr>
          <p:cNvPr id="1874116302" name="Título 1"/>
          <p:cNvSpPr>
            <a:spLocks noGrp="1"/>
          </p:cNvSpPr>
          <p:nvPr>
            <p:ph type="ctrTitle"/>
          </p:nvPr>
        </p:nvSpPr>
        <p:spPr bwMode="auto">
          <a:xfrm>
            <a:off x="1524000" y="1122363"/>
            <a:ext cx="9144000" cy="2387600"/>
          </a:xfrm>
        </p:spPr>
        <p:txBody>
          <a:bodyPr anchor="b"/>
          <a:lstStyle>
            <a:lvl1pPr algn="ctr">
              <a:defRPr sz="6000"/>
            </a:lvl1pPr>
          </a:lstStyle>
          <a:p>
            <a:pPr>
              <a:defRPr/>
            </a:pPr>
            <a:r>
              <a:rPr lang="pt-BR"/>
              <a:t>Clique para editar o título Mestre</a:t>
            </a:r>
            <a:endParaRPr/>
          </a:p>
        </p:txBody>
      </p:sp>
      <p:sp>
        <p:nvSpPr>
          <p:cNvPr id="222816493" name="Subtítulo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pt-BR"/>
              <a:t>Clique para editar o estilo do subtítulo Mestre</a:t>
            </a:r>
            <a:endParaRPr/>
          </a:p>
        </p:txBody>
      </p:sp>
      <p:sp>
        <p:nvSpPr>
          <p:cNvPr id="1321262761" name="Espaço Reservado para Data 3"/>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252585162" name="Espaço Reservado para Rodapé 4"/>
          <p:cNvSpPr>
            <a:spLocks noGrp="1"/>
          </p:cNvSpPr>
          <p:nvPr>
            <p:ph type="ftr" sz="quarter" idx="11"/>
          </p:nvPr>
        </p:nvSpPr>
        <p:spPr bwMode="auto"/>
        <p:txBody>
          <a:bodyPr/>
          <a:lstStyle/>
          <a:p>
            <a:pPr>
              <a:defRPr/>
            </a:pPr>
            <a:endParaRPr lang="pt-BR"/>
          </a:p>
        </p:txBody>
      </p:sp>
      <p:sp>
        <p:nvSpPr>
          <p:cNvPr id="379558468" name="Espaço Reservado para Número de Slide 5"/>
          <p:cNvSpPr>
            <a:spLocks noGrp="1"/>
          </p:cNvSpPr>
          <p:nvPr>
            <p:ph type="sldNum" sz="quarter" idx="12"/>
          </p:nvPr>
        </p:nvSpPr>
        <p:spPr bwMode="auto"/>
        <p:txBody>
          <a:bodyPr/>
          <a:lstStyle/>
          <a:p>
            <a:pPr>
              <a:defRPr/>
            </a:pPr>
            <a:fld id="{089C0210-2B35-4006-8A3F-DB5BAB4D47E5}" type="slidenum">
              <a:rPr lang="pt-BR"/>
              <a:t>1</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ítulo e Conteúdo">
    <p:spTree>
      <p:nvGrpSpPr>
        <p:cNvPr id="1" name=""/>
        <p:cNvGrpSpPr/>
        <p:nvPr/>
      </p:nvGrpSpPr>
      <p:grpSpPr bwMode="auto">
        <a:xfrm>
          <a:off x="0" y="0"/>
          <a:ext cx="0" cy="0"/>
          <a:chOff x="0" y="0"/>
          <a:chExt cx="0" cy="0"/>
        </a:xfrm>
      </p:grpSpPr>
      <p:sp>
        <p:nvSpPr>
          <p:cNvPr id="1450579684" name="Título 1"/>
          <p:cNvSpPr>
            <a:spLocks noGrp="1"/>
          </p:cNvSpPr>
          <p:nvPr>
            <p:ph type="title"/>
          </p:nvPr>
        </p:nvSpPr>
        <p:spPr bwMode="auto"/>
        <p:txBody>
          <a:bodyPr/>
          <a:lstStyle/>
          <a:p>
            <a:pPr>
              <a:defRPr/>
            </a:pPr>
            <a:r>
              <a:rPr lang="pt-BR"/>
              <a:t>Clique para editar o título Mestre</a:t>
            </a:r>
            <a:endParaRPr/>
          </a:p>
        </p:txBody>
      </p:sp>
      <p:sp>
        <p:nvSpPr>
          <p:cNvPr id="1265910792" name="Espaço Reservado para Conteúdo 2"/>
          <p:cNvSpPr>
            <a:spLocks noGrp="1"/>
          </p:cNvSpPr>
          <p:nvPr>
            <p:ph idx="1"/>
          </p:nvPr>
        </p:nvSpPr>
        <p:spPr bwMode="auto"/>
        <p:txBody>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531838842" name="Espaço Reservado para Data 3"/>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1185534583" name="Espaço Reservado para Rodapé 4"/>
          <p:cNvSpPr>
            <a:spLocks noGrp="1"/>
          </p:cNvSpPr>
          <p:nvPr>
            <p:ph type="ftr" sz="quarter" idx="11"/>
          </p:nvPr>
        </p:nvSpPr>
        <p:spPr bwMode="auto"/>
        <p:txBody>
          <a:bodyPr/>
          <a:lstStyle/>
          <a:p>
            <a:pPr>
              <a:defRPr/>
            </a:pPr>
            <a:endParaRPr lang="pt-BR"/>
          </a:p>
        </p:txBody>
      </p:sp>
      <p:sp>
        <p:nvSpPr>
          <p:cNvPr id="1866942324" name="Espaço Reservado para Número de Slide 5"/>
          <p:cNvSpPr>
            <a:spLocks noGrp="1"/>
          </p:cNvSpPr>
          <p:nvPr>
            <p:ph type="sldNum" sz="quarter" idx="12"/>
          </p:nvPr>
        </p:nvSpPr>
        <p:spPr bwMode="auto"/>
        <p:txBody>
          <a:bodyPr/>
          <a:lstStyle/>
          <a:p>
            <a:pPr>
              <a:defRPr/>
            </a:pPr>
            <a:fld id="{089C0210-2B35-4006-8A3F-DB5BAB4D47E5}" type="slidenum">
              <a:rPr lang="pt-BR"/>
              <a:t>10</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Cabeçalho da Seção">
    <p:spTree>
      <p:nvGrpSpPr>
        <p:cNvPr id="1" name=""/>
        <p:cNvGrpSpPr/>
        <p:nvPr/>
      </p:nvGrpSpPr>
      <p:grpSpPr bwMode="auto">
        <a:xfrm>
          <a:off x="0" y="0"/>
          <a:ext cx="0" cy="0"/>
          <a:chOff x="0" y="0"/>
          <a:chExt cx="0" cy="0"/>
        </a:xfrm>
      </p:grpSpPr>
      <p:sp>
        <p:nvSpPr>
          <p:cNvPr id="1206026069" name="Título 1"/>
          <p:cNvSpPr>
            <a:spLocks noGrp="1"/>
          </p:cNvSpPr>
          <p:nvPr>
            <p:ph type="title"/>
          </p:nvPr>
        </p:nvSpPr>
        <p:spPr bwMode="auto">
          <a:xfrm>
            <a:off x="831850" y="1709738"/>
            <a:ext cx="10515600" cy="2852737"/>
          </a:xfrm>
        </p:spPr>
        <p:txBody>
          <a:bodyPr anchor="b"/>
          <a:lstStyle>
            <a:lvl1pPr>
              <a:defRPr sz="6000"/>
            </a:lvl1pPr>
          </a:lstStyle>
          <a:p>
            <a:pPr>
              <a:defRPr/>
            </a:pPr>
            <a:r>
              <a:rPr lang="pt-BR"/>
              <a:t>Clique para editar o título Mestre</a:t>
            </a:r>
            <a:endParaRPr/>
          </a:p>
        </p:txBody>
      </p:sp>
      <p:sp>
        <p:nvSpPr>
          <p:cNvPr id="1625268633" name="Espaço Reservado para Texto 2"/>
          <p:cNvSpPr>
            <a:spLocks noGrp="1"/>
          </p:cNvSpPr>
          <p:nvPr>
            <p:ph type="body" idx="1"/>
          </p:nvPr>
        </p:nvSpPr>
        <p:spPr bwMode="auto">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pt-BR"/>
              <a:t>Clique para editar os estilos de texto Mestres</a:t>
            </a:r>
            <a:endParaRPr/>
          </a:p>
        </p:txBody>
      </p:sp>
      <p:sp>
        <p:nvSpPr>
          <p:cNvPr id="1551564087" name="Espaço Reservado para Data 3"/>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930460503" name="Espaço Reservado para Rodapé 4"/>
          <p:cNvSpPr>
            <a:spLocks noGrp="1"/>
          </p:cNvSpPr>
          <p:nvPr>
            <p:ph type="ftr" sz="quarter" idx="11"/>
          </p:nvPr>
        </p:nvSpPr>
        <p:spPr bwMode="auto"/>
        <p:txBody>
          <a:bodyPr/>
          <a:lstStyle/>
          <a:p>
            <a:pPr>
              <a:defRPr/>
            </a:pPr>
            <a:endParaRPr lang="pt-BR"/>
          </a:p>
        </p:txBody>
      </p:sp>
      <p:sp>
        <p:nvSpPr>
          <p:cNvPr id="1037610247" name="Espaço Reservado para Número de Slide 5"/>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uas Partes de Conteúdo">
    <p:spTree>
      <p:nvGrpSpPr>
        <p:cNvPr id="1" name=""/>
        <p:cNvGrpSpPr/>
        <p:nvPr/>
      </p:nvGrpSpPr>
      <p:grpSpPr bwMode="auto">
        <a:xfrm>
          <a:off x="0" y="0"/>
          <a:ext cx="0" cy="0"/>
          <a:chOff x="0" y="0"/>
          <a:chExt cx="0" cy="0"/>
        </a:xfrm>
      </p:grpSpPr>
      <p:sp>
        <p:nvSpPr>
          <p:cNvPr id="2111142723" name="Título 1"/>
          <p:cNvSpPr>
            <a:spLocks noGrp="1"/>
          </p:cNvSpPr>
          <p:nvPr>
            <p:ph type="title"/>
          </p:nvPr>
        </p:nvSpPr>
        <p:spPr bwMode="auto"/>
        <p:txBody>
          <a:bodyPr/>
          <a:lstStyle/>
          <a:p>
            <a:pPr>
              <a:defRPr/>
            </a:pPr>
            <a:r>
              <a:rPr lang="pt-BR"/>
              <a:t>Clique para editar o título Mestre</a:t>
            </a:r>
            <a:endParaRPr/>
          </a:p>
        </p:txBody>
      </p:sp>
      <p:sp>
        <p:nvSpPr>
          <p:cNvPr id="573767759" name="Espaço Reservado para Conteúdo 2"/>
          <p:cNvSpPr>
            <a:spLocks noGrp="1"/>
          </p:cNvSpPr>
          <p:nvPr>
            <p:ph sz="half" idx="1"/>
          </p:nvPr>
        </p:nvSpPr>
        <p:spPr bwMode="auto">
          <a:xfrm>
            <a:off x="838200" y="1825625"/>
            <a:ext cx="5181600" cy="4351338"/>
          </a:xfrm>
        </p:spPr>
        <p:txBody>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359959914" name="Espaço Reservado para Conteúdo 3"/>
          <p:cNvSpPr>
            <a:spLocks noGrp="1"/>
          </p:cNvSpPr>
          <p:nvPr>
            <p:ph sz="half" idx="2"/>
          </p:nvPr>
        </p:nvSpPr>
        <p:spPr bwMode="auto">
          <a:xfrm>
            <a:off x="6172200" y="1825625"/>
            <a:ext cx="5181600" cy="4351338"/>
          </a:xfrm>
        </p:spPr>
        <p:txBody>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74599716" name="Espaço Reservado para Data 4"/>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2000966578" name="Espaço Reservado para Rodapé 5"/>
          <p:cNvSpPr>
            <a:spLocks noGrp="1"/>
          </p:cNvSpPr>
          <p:nvPr>
            <p:ph type="ftr" sz="quarter" idx="11"/>
          </p:nvPr>
        </p:nvSpPr>
        <p:spPr bwMode="auto"/>
        <p:txBody>
          <a:bodyPr/>
          <a:lstStyle/>
          <a:p>
            <a:pPr>
              <a:defRPr/>
            </a:pPr>
            <a:endParaRPr lang="pt-BR"/>
          </a:p>
        </p:txBody>
      </p:sp>
      <p:sp>
        <p:nvSpPr>
          <p:cNvPr id="454769019" name="Espaço Reservado para Número de Slide 6"/>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ção">
    <p:spTree>
      <p:nvGrpSpPr>
        <p:cNvPr id="1" name=""/>
        <p:cNvGrpSpPr/>
        <p:nvPr/>
      </p:nvGrpSpPr>
      <p:grpSpPr bwMode="auto">
        <a:xfrm>
          <a:off x="0" y="0"/>
          <a:ext cx="0" cy="0"/>
          <a:chOff x="0" y="0"/>
          <a:chExt cx="0" cy="0"/>
        </a:xfrm>
      </p:grpSpPr>
      <p:sp>
        <p:nvSpPr>
          <p:cNvPr id="383052394" name="Título 1"/>
          <p:cNvSpPr>
            <a:spLocks noGrp="1"/>
          </p:cNvSpPr>
          <p:nvPr>
            <p:ph type="title"/>
          </p:nvPr>
        </p:nvSpPr>
        <p:spPr bwMode="auto">
          <a:xfrm>
            <a:off x="839788" y="365125"/>
            <a:ext cx="10515600" cy="1325563"/>
          </a:xfrm>
        </p:spPr>
        <p:txBody>
          <a:bodyPr/>
          <a:lstStyle/>
          <a:p>
            <a:pPr>
              <a:defRPr/>
            </a:pPr>
            <a:r>
              <a:rPr lang="pt-BR"/>
              <a:t>Clique para editar o título Mestre</a:t>
            </a:r>
            <a:endParaRPr/>
          </a:p>
        </p:txBody>
      </p:sp>
      <p:sp>
        <p:nvSpPr>
          <p:cNvPr id="1731910352" name="Espaço Reservado para Texto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Clique para editar os estilos de texto Mestres</a:t>
            </a:r>
            <a:endParaRPr/>
          </a:p>
        </p:txBody>
      </p:sp>
      <p:sp>
        <p:nvSpPr>
          <p:cNvPr id="882296255" name="Espaço Reservado para Conteúdo 3"/>
          <p:cNvSpPr>
            <a:spLocks noGrp="1"/>
          </p:cNvSpPr>
          <p:nvPr>
            <p:ph sz="half" idx="2"/>
          </p:nvPr>
        </p:nvSpPr>
        <p:spPr bwMode="auto">
          <a:xfrm>
            <a:off x="839788" y="2505074"/>
            <a:ext cx="5157787" cy="3684588"/>
          </a:xfrm>
        </p:spPr>
        <p:txBody>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368678433" name="Espaço Reservado para Texto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Clique para editar os estilos de texto Mestres</a:t>
            </a:r>
            <a:endParaRPr/>
          </a:p>
        </p:txBody>
      </p:sp>
      <p:sp>
        <p:nvSpPr>
          <p:cNvPr id="1678579515" name="Espaço Reservado para Conteúdo 5"/>
          <p:cNvSpPr>
            <a:spLocks noGrp="1"/>
          </p:cNvSpPr>
          <p:nvPr>
            <p:ph sz="quarter" idx="4"/>
          </p:nvPr>
        </p:nvSpPr>
        <p:spPr bwMode="auto">
          <a:xfrm>
            <a:off x="6172200" y="2505074"/>
            <a:ext cx="5183188" cy="3684588"/>
          </a:xfrm>
        </p:spPr>
        <p:txBody>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15789297" name="Espaço Reservado para Data 6"/>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559048140" name="Espaço Reservado para Rodapé 7"/>
          <p:cNvSpPr>
            <a:spLocks noGrp="1"/>
          </p:cNvSpPr>
          <p:nvPr>
            <p:ph type="ftr" sz="quarter" idx="11"/>
          </p:nvPr>
        </p:nvSpPr>
        <p:spPr bwMode="auto"/>
        <p:txBody>
          <a:bodyPr/>
          <a:lstStyle/>
          <a:p>
            <a:pPr>
              <a:defRPr/>
            </a:pPr>
            <a:endParaRPr lang="pt-BR"/>
          </a:p>
        </p:txBody>
      </p:sp>
      <p:sp>
        <p:nvSpPr>
          <p:cNvPr id="1649286030" name="Espaço Reservado para Número de Slide 8"/>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Somente Título">
    <p:spTree>
      <p:nvGrpSpPr>
        <p:cNvPr id="1" name=""/>
        <p:cNvGrpSpPr/>
        <p:nvPr/>
      </p:nvGrpSpPr>
      <p:grpSpPr bwMode="auto">
        <a:xfrm>
          <a:off x="0" y="0"/>
          <a:ext cx="0" cy="0"/>
          <a:chOff x="0" y="0"/>
          <a:chExt cx="0" cy="0"/>
        </a:xfrm>
      </p:grpSpPr>
      <p:sp>
        <p:nvSpPr>
          <p:cNvPr id="1407384095" name="Título 1"/>
          <p:cNvSpPr>
            <a:spLocks noGrp="1"/>
          </p:cNvSpPr>
          <p:nvPr>
            <p:ph type="title"/>
          </p:nvPr>
        </p:nvSpPr>
        <p:spPr bwMode="auto"/>
        <p:txBody>
          <a:bodyPr/>
          <a:lstStyle/>
          <a:p>
            <a:pPr>
              <a:defRPr/>
            </a:pPr>
            <a:r>
              <a:rPr lang="pt-BR"/>
              <a:t>Clique para editar o título Mestre</a:t>
            </a:r>
            <a:endParaRPr/>
          </a:p>
        </p:txBody>
      </p:sp>
      <p:sp>
        <p:nvSpPr>
          <p:cNvPr id="792427317" name="Espaço Reservado para Data 2"/>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120070809" name="Espaço Reservado para Rodapé 3"/>
          <p:cNvSpPr>
            <a:spLocks noGrp="1"/>
          </p:cNvSpPr>
          <p:nvPr>
            <p:ph type="ftr" sz="quarter" idx="11"/>
          </p:nvPr>
        </p:nvSpPr>
        <p:spPr bwMode="auto"/>
        <p:txBody>
          <a:bodyPr/>
          <a:lstStyle/>
          <a:p>
            <a:pPr>
              <a:defRPr/>
            </a:pPr>
            <a:endParaRPr lang="pt-BR"/>
          </a:p>
        </p:txBody>
      </p:sp>
      <p:sp>
        <p:nvSpPr>
          <p:cNvPr id="1498423529" name="Espaço Reservado para Número de Slide 4"/>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Em Branco">
    <p:spTree>
      <p:nvGrpSpPr>
        <p:cNvPr id="1" name=""/>
        <p:cNvGrpSpPr/>
        <p:nvPr/>
      </p:nvGrpSpPr>
      <p:grpSpPr bwMode="auto">
        <a:xfrm>
          <a:off x="0" y="0"/>
          <a:ext cx="0" cy="0"/>
          <a:chOff x="0" y="0"/>
          <a:chExt cx="0" cy="0"/>
        </a:xfrm>
      </p:grpSpPr>
      <p:sp>
        <p:nvSpPr>
          <p:cNvPr id="2025115499" name="Espaço Reservado para Data 1"/>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389839015" name="Espaço Reservado para Rodapé 2"/>
          <p:cNvSpPr>
            <a:spLocks noGrp="1"/>
          </p:cNvSpPr>
          <p:nvPr>
            <p:ph type="ftr" sz="quarter" idx="11"/>
          </p:nvPr>
        </p:nvSpPr>
        <p:spPr bwMode="auto"/>
        <p:txBody>
          <a:bodyPr/>
          <a:lstStyle/>
          <a:p>
            <a:pPr>
              <a:defRPr/>
            </a:pPr>
            <a:endParaRPr lang="pt-BR"/>
          </a:p>
        </p:txBody>
      </p:sp>
      <p:sp>
        <p:nvSpPr>
          <p:cNvPr id="1235884953" name="Espaço Reservado para Número de Slide 3"/>
          <p:cNvSpPr>
            <a:spLocks noGrp="1"/>
          </p:cNvSpPr>
          <p:nvPr>
            <p:ph type="sldNum" sz="quarter" idx="12"/>
          </p:nvPr>
        </p:nvSpPr>
        <p:spPr bwMode="auto"/>
        <p:txBody>
          <a:bodyPr/>
          <a:lstStyle/>
          <a:p>
            <a:pPr>
              <a:defRPr/>
            </a:pPr>
            <a:fld id="{089C0210-2B35-4006-8A3F-DB5BAB4D47E5}" type="slidenum">
              <a:rPr lang="pt-BR"/>
              <a:t>2</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údo com Legenda">
    <p:spTree>
      <p:nvGrpSpPr>
        <p:cNvPr id="1" name=""/>
        <p:cNvGrpSpPr/>
        <p:nvPr/>
      </p:nvGrpSpPr>
      <p:grpSpPr bwMode="auto">
        <a:xfrm>
          <a:off x="0" y="0"/>
          <a:ext cx="0" cy="0"/>
          <a:chOff x="0" y="0"/>
          <a:chExt cx="0" cy="0"/>
        </a:xfrm>
      </p:grpSpPr>
      <p:sp>
        <p:nvSpPr>
          <p:cNvPr id="1865143725"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976034525" name="Espaço Reservado para Conteúdo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642883595"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Clique para editar os estilos de texto Mestres</a:t>
            </a:r>
            <a:endParaRPr/>
          </a:p>
        </p:txBody>
      </p:sp>
      <p:sp>
        <p:nvSpPr>
          <p:cNvPr id="1957812032" name="Espaço Reservado para Data 4"/>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1977219617" name="Espaço Reservado para Rodapé 5"/>
          <p:cNvSpPr>
            <a:spLocks noGrp="1"/>
          </p:cNvSpPr>
          <p:nvPr>
            <p:ph type="ftr" sz="quarter" idx="11"/>
          </p:nvPr>
        </p:nvSpPr>
        <p:spPr bwMode="auto"/>
        <p:txBody>
          <a:bodyPr/>
          <a:lstStyle/>
          <a:p>
            <a:pPr>
              <a:defRPr/>
            </a:pPr>
            <a:endParaRPr lang="pt-BR"/>
          </a:p>
        </p:txBody>
      </p:sp>
      <p:sp>
        <p:nvSpPr>
          <p:cNvPr id="995835696" name="Espaço Reservado para Número de Slide 6"/>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m com Legenda">
    <p:spTree>
      <p:nvGrpSpPr>
        <p:cNvPr id="1" name=""/>
        <p:cNvGrpSpPr/>
        <p:nvPr/>
      </p:nvGrpSpPr>
      <p:grpSpPr bwMode="auto">
        <a:xfrm>
          <a:off x="0" y="0"/>
          <a:ext cx="0" cy="0"/>
          <a:chOff x="0" y="0"/>
          <a:chExt cx="0" cy="0"/>
        </a:xfrm>
      </p:grpSpPr>
      <p:sp>
        <p:nvSpPr>
          <p:cNvPr id="841646543"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38744354" name="Espaço Reservado para Imagem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pt-BR"/>
          </a:p>
        </p:txBody>
      </p:sp>
      <p:sp>
        <p:nvSpPr>
          <p:cNvPr id="1384776823"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Clique para editar os estilos de texto Mestres</a:t>
            </a:r>
            <a:endParaRPr/>
          </a:p>
        </p:txBody>
      </p:sp>
      <p:sp>
        <p:nvSpPr>
          <p:cNvPr id="691183406" name="Espaço Reservado para Data 4"/>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863474490" name="Espaço Reservado para Rodapé 5"/>
          <p:cNvSpPr>
            <a:spLocks noGrp="1"/>
          </p:cNvSpPr>
          <p:nvPr>
            <p:ph type="ftr" sz="quarter" idx="11"/>
          </p:nvPr>
        </p:nvSpPr>
        <p:spPr bwMode="auto"/>
        <p:txBody>
          <a:bodyPr/>
          <a:lstStyle/>
          <a:p>
            <a:pPr>
              <a:defRPr/>
            </a:pPr>
            <a:endParaRPr lang="pt-BR"/>
          </a:p>
        </p:txBody>
      </p:sp>
      <p:sp>
        <p:nvSpPr>
          <p:cNvPr id="992974232" name="Espaço Reservado para Número de Slide 6"/>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ítulo e Texto Vertical">
    <p:spTree>
      <p:nvGrpSpPr>
        <p:cNvPr id="1" name=""/>
        <p:cNvGrpSpPr/>
        <p:nvPr/>
      </p:nvGrpSpPr>
      <p:grpSpPr bwMode="auto">
        <a:xfrm>
          <a:off x="0" y="0"/>
          <a:ext cx="0" cy="0"/>
          <a:chOff x="0" y="0"/>
          <a:chExt cx="0" cy="0"/>
        </a:xfrm>
      </p:grpSpPr>
      <p:sp>
        <p:nvSpPr>
          <p:cNvPr id="1518189040" name="Título 1"/>
          <p:cNvSpPr>
            <a:spLocks noGrp="1"/>
          </p:cNvSpPr>
          <p:nvPr>
            <p:ph type="title"/>
          </p:nvPr>
        </p:nvSpPr>
        <p:spPr bwMode="auto"/>
        <p:txBody>
          <a:bodyPr/>
          <a:lstStyle/>
          <a:p>
            <a:pPr>
              <a:defRPr/>
            </a:pPr>
            <a:r>
              <a:rPr lang="pt-BR"/>
              <a:t>Clique para editar o título Mestre</a:t>
            </a:r>
            <a:endParaRPr/>
          </a:p>
        </p:txBody>
      </p:sp>
      <p:sp>
        <p:nvSpPr>
          <p:cNvPr id="2105995591" name="Espaço Reservado para Texto Vertical 2"/>
          <p:cNvSpPr>
            <a:spLocks noGrp="1"/>
          </p:cNvSpPr>
          <p:nvPr>
            <p:ph type="body" orient="vert" idx="1"/>
          </p:nvPr>
        </p:nvSpPr>
        <p:spPr bwMode="auto"/>
        <p:txBody>
          <a:bodyPr vert="eaVert"/>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67509573" name="Espaço Reservado para Data 3"/>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1440161813" name="Espaço Reservado para Rodapé 4"/>
          <p:cNvSpPr>
            <a:spLocks noGrp="1"/>
          </p:cNvSpPr>
          <p:nvPr>
            <p:ph type="ftr" sz="quarter" idx="11"/>
          </p:nvPr>
        </p:nvSpPr>
        <p:spPr bwMode="auto"/>
        <p:txBody>
          <a:bodyPr/>
          <a:lstStyle/>
          <a:p>
            <a:pPr>
              <a:defRPr/>
            </a:pPr>
            <a:endParaRPr lang="pt-BR"/>
          </a:p>
        </p:txBody>
      </p:sp>
      <p:sp>
        <p:nvSpPr>
          <p:cNvPr id="1254522348" name="Espaço Reservado para Número de Slide 5"/>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exto e Título Vertical">
    <p:spTree>
      <p:nvGrpSpPr>
        <p:cNvPr id="1" name=""/>
        <p:cNvGrpSpPr/>
        <p:nvPr/>
      </p:nvGrpSpPr>
      <p:grpSpPr bwMode="auto">
        <a:xfrm>
          <a:off x="0" y="0"/>
          <a:ext cx="0" cy="0"/>
          <a:chOff x="0" y="0"/>
          <a:chExt cx="0" cy="0"/>
        </a:xfrm>
      </p:grpSpPr>
      <p:sp>
        <p:nvSpPr>
          <p:cNvPr id="1378502236" name="Título Vertical 1"/>
          <p:cNvSpPr>
            <a:spLocks noGrp="1"/>
          </p:cNvSpPr>
          <p:nvPr>
            <p:ph type="title" orient="vert"/>
          </p:nvPr>
        </p:nvSpPr>
        <p:spPr bwMode="auto">
          <a:xfrm>
            <a:off x="8724900" y="365125"/>
            <a:ext cx="2628900" cy="5811838"/>
          </a:xfrm>
        </p:spPr>
        <p:txBody>
          <a:bodyPr vert="eaVert"/>
          <a:lstStyle/>
          <a:p>
            <a:pPr>
              <a:defRPr/>
            </a:pPr>
            <a:r>
              <a:rPr lang="pt-BR"/>
              <a:t>Clique para editar o título Mestre</a:t>
            </a:r>
            <a:endParaRPr/>
          </a:p>
        </p:txBody>
      </p:sp>
      <p:sp>
        <p:nvSpPr>
          <p:cNvPr id="1731206434" name="Espaço Reservado para Texto Vertical 2"/>
          <p:cNvSpPr>
            <a:spLocks noGrp="1"/>
          </p:cNvSpPr>
          <p:nvPr>
            <p:ph type="body" orient="vert" idx="1"/>
          </p:nvPr>
        </p:nvSpPr>
        <p:spPr bwMode="auto">
          <a:xfrm>
            <a:off x="838200" y="365125"/>
            <a:ext cx="7734300" cy="5811838"/>
          </a:xfrm>
        </p:spPr>
        <p:txBody>
          <a:bodyPr vert="eaVert"/>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40372089" name="Espaço Reservado para Data 3"/>
          <p:cNvSpPr>
            <a:spLocks noGrp="1"/>
          </p:cNvSpPr>
          <p:nvPr>
            <p:ph type="dt" sz="half" idx="10"/>
          </p:nvPr>
        </p:nvSpPr>
        <p:spPr bwMode="auto"/>
        <p:txBody>
          <a:bodyPr/>
          <a:lstStyle/>
          <a:p>
            <a:pPr>
              <a:defRPr/>
            </a:pPr>
            <a:fld id="{E6243835-C5BD-417C-A2EB-EB87AEE5C9F9}" type="datetimeFigureOut">
              <a:rPr lang="pt-BR"/>
              <a:t>21/08/2026</a:t>
            </a:fld>
            <a:endParaRPr lang="pt-BR"/>
          </a:p>
        </p:txBody>
      </p:sp>
      <p:sp>
        <p:nvSpPr>
          <p:cNvPr id="377914135" name="Espaço Reservado para Rodapé 4"/>
          <p:cNvSpPr>
            <a:spLocks noGrp="1"/>
          </p:cNvSpPr>
          <p:nvPr>
            <p:ph type="ftr" sz="quarter" idx="11"/>
          </p:nvPr>
        </p:nvSpPr>
        <p:spPr bwMode="auto"/>
        <p:txBody>
          <a:bodyPr/>
          <a:lstStyle/>
          <a:p>
            <a:pPr>
              <a:defRPr/>
            </a:pPr>
            <a:endParaRPr lang="pt-BR"/>
          </a:p>
        </p:txBody>
      </p:sp>
      <p:sp>
        <p:nvSpPr>
          <p:cNvPr id="801836141" name="Espaço Reservado para Número de Slide 5"/>
          <p:cNvSpPr>
            <a:spLocks noGrp="1"/>
          </p:cNvSpPr>
          <p:nvPr>
            <p:ph type="sldNum" sz="quarter" idx="12"/>
          </p:nvPr>
        </p:nvSpPr>
        <p:spPr bwMode="auto"/>
        <p:txBody>
          <a:bodyPr/>
          <a:lstStyle/>
          <a:p>
            <a:pPr>
              <a:defRPr/>
            </a:pPr>
            <a:fld id="{089C0210-2B35-4006-8A3F-DB5BAB4D47E5}" type="slidenum">
              <a:rPr lang="pt-BR"/>
              <a:t>&lt;#&gt;</a:t>
            </a:fld>
            <a:endParaRPr lang="pt-B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35075412" name="Espaço Reservado para Título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pt-BR"/>
              <a:t>Clique para editar o título Mestre</a:t>
            </a:r>
            <a:endParaRPr/>
          </a:p>
        </p:txBody>
      </p:sp>
      <p:sp>
        <p:nvSpPr>
          <p:cNvPr id="386536069" name="Espaço Reservado para Texto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pt-BR"/>
              <a:t>Clique para editar os estilos de texto Mestres</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289502980" name="Espaço Reservado para Data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E6243835-C5BD-417C-A2EB-EB87AEE5C9F9}" type="datetimeFigureOut">
              <a:rPr lang="pt-BR"/>
              <a:t>21/08/2026</a:t>
            </a:fld>
            <a:endParaRPr lang="pt-BR"/>
          </a:p>
        </p:txBody>
      </p:sp>
      <p:sp>
        <p:nvSpPr>
          <p:cNvPr id="861101135" name="Espaço Reservado para Rodapé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pt-BR"/>
          </a:p>
        </p:txBody>
      </p:sp>
      <p:sp>
        <p:nvSpPr>
          <p:cNvPr id="59012645" name="Espaço Reservado para Número de Slid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089C0210-2B35-4006-8A3F-DB5BAB4D47E5}" type="slidenum">
              <a:rPr lang="pt-BR"/>
              <a:t>10</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5046838" name="Título 1"/>
          <p:cNvSpPr>
            <a:spLocks noGrp="1"/>
          </p:cNvSpPr>
          <p:nvPr>
            <p:ph type="ctrTitle"/>
          </p:nvPr>
        </p:nvSpPr>
        <p:spPr bwMode="auto"/>
        <p:txBody>
          <a:bodyPr/>
          <a:lstStyle/>
          <a:p>
            <a:pPr>
              <a:defRPr/>
            </a:pPr>
            <a:r>
              <a:rPr lang="pt-BR"/>
              <a:t>Inteligência Artificial</a:t>
            </a:r>
            <a:endParaRPr/>
          </a:p>
        </p:txBody>
      </p:sp>
      <p:sp>
        <p:nvSpPr>
          <p:cNvPr id="1390897753" name="Subtítulo 2"/>
          <p:cNvSpPr>
            <a:spLocks noGrp="1"/>
          </p:cNvSpPr>
          <p:nvPr>
            <p:ph type="subTitle" idx="1"/>
          </p:nvPr>
        </p:nvSpPr>
        <p:spPr bwMode="auto"/>
        <p:txBody>
          <a:bodyPr/>
          <a:lstStyle/>
          <a:p>
            <a:pPr>
              <a:defRPr/>
            </a:pPr>
            <a:r>
              <a:rPr lang="pt-BR"/>
              <a:t>Textos para digitação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172211" name="Imagem 4"/>
          <p:cNvPicPr>
            <a:picLocks noChangeAspect="1"/>
          </p:cNvPicPr>
          <p:nvPr/>
        </p:nvPicPr>
        <p:blipFill rotWithShape="1">
          <a:blip r:embed="rId3"/>
          <a:stretch/>
        </p:blipFill>
        <p:spPr bwMode="auto">
          <a:xfrm>
            <a:off x="2542910" y="767931"/>
            <a:ext cx="7106179" cy="53221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3310891" name="Espaço Reservado para Conteúdo 2"/>
          <p:cNvSpPr>
            <a:spLocks noGrp="1"/>
          </p:cNvSpPr>
          <p:nvPr>
            <p:ph idx="1"/>
          </p:nvPr>
        </p:nvSpPr>
        <p:spPr bwMode="auto">
          <a:xfrm>
            <a:off x="838200" y="711200"/>
            <a:ext cx="10515600" cy="5465763"/>
          </a:xfrm>
        </p:spPr>
        <p:txBody>
          <a:bodyPr/>
          <a:lstStyle/>
          <a:p>
            <a:pPr marL="0" indent="0" algn="just">
              <a:buNone/>
              <a:defRPr/>
            </a:pPr>
            <a:r>
              <a:rPr lang="pt-BR"/>
              <a:t>	A </a:t>
            </a:r>
            <a:r>
              <a:rPr lang="pt-BR" b="1"/>
              <a:t>Inteligência Artificial (IA)</a:t>
            </a:r>
            <a:r>
              <a:rPr lang="pt-BR"/>
              <a:t> transformou-se no motor invisível da sociedade moderna, moldando desde pequenos hábitos diários até grandes decisões corporativas globais. O que antes habitava apenas o imaginário da ficção científica e das telas de cinema agora se materializa em algoritmos complexos que redefinem a nossa relação com a tecnologia e a informação. Essa evolução exponencial não aconteceu da noite para o dia, sendo o resultado de décadas de pesquisas matemáticas, avanços na ciência da computação e, principalmente, da explosão na disponibilidade de dados digitais. </a:t>
            </a:r>
            <a:endParaRPr/>
          </a:p>
        </p:txBody>
      </p:sp>
      <p:pic>
        <p:nvPicPr>
          <p:cNvPr id="1085485328" name="Imagem 4"/>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1520783" name="Espaço Reservado para Conteúdo 2"/>
          <p:cNvSpPr>
            <a:spLocks noGrp="1"/>
          </p:cNvSpPr>
          <p:nvPr>
            <p:ph idx="1"/>
          </p:nvPr>
        </p:nvSpPr>
        <p:spPr bwMode="auto">
          <a:xfrm>
            <a:off x="838200" y="711200"/>
            <a:ext cx="10515600" cy="5465763"/>
          </a:xfrm>
        </p:spPr>
        <p:txBody>
          <a:bodyPr/>
          <a:lstStyle/>
          <a:p>
            <a:pPr marL="0" indent="0" algn="just">
              <a:buNone/>
              <a:defRPr/>
            </a:pPr>
            <a:r>
              <a:rPr lang="pt-BR"/>
              <a:t>	Hoje, sistemas inteligentes não se limitam a executar ordens mecânicas pré-programadas; eles aprendem com os próprios erros, identificam padrões imperceptíveis ao olho humano e tomam decisões autônomas em frações de segundo. Essa transição de ferramentas puramente reativas para sistemas adaptativos marca o início de uma nova era cognitiva na história humana. </a:t>
            </a:r>
            <a:endParaRPr/>
          </a:p>
        </p:txBody>
      </p:sp>
      <p:pic>
        <p:nvPicPr>
          <p:cNvPr id="656519406"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4527367" name="Espaço Reservado para Conteúdo 2"/>
          <p:cNvSpPr>
            <a:spLocks noGrp="1"/>
          </p:cNvSpPr>
          <p:nvPr>
            <p:ph idx="1"/>
          </p:nvPr>
        </p:nvSpPr>
        <p:spPr bwMode="auto">
          <a:xfrm>
            <a:off x="838200" y="711200"/>
            <a:ext cx="10515600" cy="5465763"/>
          </a:xfrm>
        </p:spPr>
        <p:txBody>
          <a:bodyPr/>
          <a:lstStyle/>
          <a:p>
            <a:pPr marL="0" indent="0" algn="just">
              <a:buNone/>
              <a:defRPr/>
            </a:pPr>
            <a:r>
              <a:rPr lang="pt-BR"/>
              <a:t>	À medida que os computadores começam a processar e a compreender o mundo ao nosso redor com maior precisão, somos forçados a repensar o próprio conceito de inteligência. A IA deixou de ser um campo de estudo isolado nas universidades para se tornar a infraestrutura fundamental que sustenta a economia, a comunicação e o progresso científico contemporâneo, gerando impactos profundos que apenas começamos a compreender.</a:t>
            </a:r>
            <a:endParaRPr/>
          </a:p>
        </p:txBody>
      </p:sp>
      <p:pic>
        <p:nvPicPr>
          <p:cNvPr id="1063158288"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8773574" name="Espaço Reservado para Conteúdo 2"/>
          <p:cNvSpPr>
            <a:spLocks noGrp="1"/>
          </p:cNvSpPr>
          <p:nvPr>
            <p:ph idx="1"/>
          </p:nvPr>
        </p:nvSpPr>
        <p:spPr bwMode="auto">
          <a:xfrm>
            <a:off x="838200" y="711200"/>
            <a:ext cx="10515600" cy="5465763"/>
          </a:xfrm>
        </p:spPr>
        <p:txBody>
          <a:bodyPr>
            <a:normAutofit/>
          </a:bodyPr>
          <a:lstStyle/>
          <a:p>
            <a:pPr marL="0" indent="0" algn="just">
              <a:buNone/>
              <a:defRPr/>
            </a:pPr>
            <a:r>
              <a:rPr lang="pt-BR"/>
              <a:t>	No coração desse avanço tecnológico está o conceito de </a:t>
            </a:r>
            <a:r>
              <a:rPr lang="pt-BR" b="1"/>
              <a:t>Machine Learning</a:t>
            </a:r>
            <a:r>
              <a:rPr lang="pt-BR"/>
              <a:t>, ou aprendizado de máquina, que revolucionou a programação tradicional de computadores. Antigamente, para que um software realizasse uma tarefa específica, um programador humano precisava escrever linhas minuciosas de código prevendo cada cenário possível. Com o aprendizado de máquina, essa lógica foi invertida: os engenheiros fornecem imensos volumes de dados ao sistema e criam algoritmos que permitem à própria máquina descobrir as regras subjacentes. </a:t>
            </a:r>
            <a:endParaRPr/>
          </a:p>
          <a:p>
            <a:pPr marL="0" indent="0" algn="just">
              <a:buNone/>
              <a:defRPr/>
            </a:pPr>
            <a:endParaRPr lang="pt-BR"/>
          </a:p>
        </p:txBody>
      </p:sp>
      <p:pic>
        <p:nvPicPr>
          <p:cNvPr id="747141268"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4387199" name="Espaço Reservado para Conteúdo 2"/>
          <p:cNvSpPr>
            <a:spLocks noGrp="1"/>
          </p:cNvSpPr>
          <p:nvPr>
            <p:ph idx="1"/>
          </p:nvPr>
        </p:nvSpPr>
        <p:spPr bwMode="auto">
          <a:xfrm>
            <a:off x="838200" y="711200"/>
            <a:ext cx="10515600" cy="5465763"/>
          </a:xfrm>
        </p:spPr>
        <p:txBody>
          <a:bodyPr>
            <a:normAutofit/>
          </a:bodyPr>
          <a:lstStyle/>
          <a:p>
            <a:pPr marL="0" indent="0" algn="just">
              <a:buNone/>
              <a:defRPr/>
            </a:pPr>
            <a:r>
              <a:rPr lang="pt-BR"/>
              <a:t>	Dentro dessa vertente, o </a:t>
            </a:r>
            <a:r>
              <a:rPr lang="pt-BR" b="1"/>
              <a:t>Deep</a:t>
            </a:r>
            <a:r>
              <a:rPr lang="pt-BR" b="1"/>
              <a:t> Learning</a:t>
            </a:r>
            <a:r>
              <a:rPr lang="pt-BR"/>
              <a:t> (aprendizado profundo) levou a tecnologia a um patamar ainda mais sofisticado ao utilizar redes neurais artificiais inspiradas na estrutura do cérebro humano. Essas redes são compostas por múltiplas camadas de neurônios matemáticos que processam informações de forma hierárquica, permitindo que o sistema reconheça objetos em fotos, compreenda a fala humana e faça previsões altamente precisas. É essa arquitetura complexa que possibilita o funcionamento dos carros autônomos, que precisam processar instantaneamente dados visuais, de radar e de sensores para trafegar com segurança pelas ruas. </a:t>
            </a:r>
            <a:endParaRPr/>
          </a:p>
        </p:txBody>
      </p:sp>
      <p:pic>
        <p:nvPicPr>
          <p:cNvPr id="1954044545"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1099134" name="Espaço Reservado para Conteúdo 2"/>
          <p:cNvSpPr>
            <a:spLocks noGrp="1"/>
          </p:cNvSpPr>
          <p:nvPr>
            <p:ph idx="1"/>
          </p:nvPr>
        </p:nvSpPr>
        <p:spPr bwMode="auto">
          <a:xfrm>
            <a:off x="838200" y="355600"/>
            <a:ext cx="10515600" cy="5821363"/>
          </a:xfrm>
        </p:spPr>
        <p:txBody>
          <a:bodyPr>
            <a:normAutofit/>
          </a:bodyPr>
          <a:lstStyle/>
          <a:p>
            <a:pPr marL="0" indent="0" algn="just">
              <a:buNone/>
              <a:defRPr/>
            </a:pPr>
            <a:r>
              <a:rPr lang="pt-BR"/>
              <a:t>	O impacto da Inteligência Artificial no mercado de trabalho global é um dos temas mais debatidos e cruciais da atualidade. Existe um receio generalizado de que a automação em larga escala provoque o desemprego em massa, substituindo trabalhadores humanos por softwares mais rápidos, eficientes e que não precisam de descanso. No entanto, analistas e economistas apontam que o cenário mais provável é uma transformação profunda das funções, em vez da simples extinção de postos de trabalho. Tarefas repetitivas, burocráticas e puramente administrativas estão sendo rapidamente automatizadas, liberando os profissionais para focar em atividades que exigem criatividade, empatia e pensamento crítico. </a:t>
            </a:r>
            <a:endParaRPr/>
          </a:p>
        </p:txBody>
      </p:sp>
      <p:pic>
        <p:nvPicPr>
          <p:cNvPr id="388551410"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8542700" name="Espaço Reservado para Conteúdo 2"/>
          <p:cNvSpPr>
            <a:spLocks noGrp="1"/>
          </p:cNvSpPr>
          <p:nvPr>
            <p:ph idx="1"/>
          </p:nvPr>
        </p:nvSpPr>
        <p:spPr bwMode="auto">
          <a:xfrm>
            <a:off x="838200" y="355600"/>
            <a:ext cx="10515600" cy="5821363"/>
          </a:xfrm>
        </p:spPr>
        <p:txBody>
          <a:bodyPr>
            <a:normAutofit/>
          </a:bodyPr>
          <a:lstStyle/>
          <a:p>
            <a:pPr marL="0" indent="0" algn="just">
              <a:buNone/>
              <a:defRPr/>
            </a:pPr>
            <a:r>
              <a:rPr lang="pt-BR"/>
              <a:t>	O surgimento da </a:t>
            </a:r>
            <a:r>
              <a:rPr lang="pt-BR" b="1"/>
              <a:t>IA generativa</a:t>
            </a:r>
            <a:r>
              <a:rPr lang="pt-BR"/>
              <a:t>, popularizada por ferramentas que criam textos, imagens, músicas e códigos de programação a partir de comandos simples, inaugurou um debate fascinante sobre a natureza da criatividade. Tradicionalmente vista como uma característica intrínseca e exclusiva do espírito humano, a produção artística agora compartilha espaço com algoritmos capazes de pintar quadros realistas ou compor sinfonias complexas em segundos. Escritores, designers e cineastas utilizam esses assistentes virtuais para romper o bloqueio criativo, gerar esboços rápidos e explorar novas combinações de ideias que poderiam levar semanas para serem desenvolvidas manualmente. </a:t>
            </a:r>
            <a:endParaRPr/>
          </a:p>
        </p:txBody>
      </p:sp>
      <p:pic>
        <p:nvPicPr>
          <p:cNvPr id="1068377119"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4734287" name="Espaço Reservado para Conteúdo 2"/>
          <p:cNvSpPr>
            <a:spLocks noGrp="1"/>
          </p:cNvSpPr>
          <p:nvPr>
            <p:ph idx="1"/>
          </p:nvPr>
        </p:nvSpPr>
        <p:spPr bwMode="auto">
          <a:xfrm>
            <a:off x="838200" y="355600"/>
            <a:ext cx="10515600" cy="5821363"/>
          </a:xfrm>
        </p:spPr>
        <p:txBody>
          <a:bodyPr>
            <a:normAutofit/>
          </a:bodyPr>
          <a:lstStyle/>
          <a:p>
            <a:pPr marL="0" indent="0" algn="just">
              <a:buNone/>
              <a:defRPr/>
            </a:pPr>
            <a:r>
              <a:rPr lang="pt-BR"/>
              <a:t>	Essa facilidade de produção levanta questionamentos jurídicos e éticos complexos sobre a propriedade intelectual e os direitos autorais das obras utilizadas para treinar esses modelos. Muitos artistas argumentam que suas criações foram incorporadas aos bancos de dados de IA sem consentimento ou compensação financeira adequada, gerando disputas legais em diversos tribunais ao redor do mundo. A grande questão que se coloca para o futuro não é se a máquina pode substituir o artista, mas sim como a colaboração entre humanos e algoritmos redefinirá as fronteiras da expressão estética e cultural na nossa sociedade globalizada.</a:t>
            </a:r>
            <a:endParaRPr/>
          </a:p>
        </p:txBody>
      </p:sp>
      <p:pic>
        <p:nvPicPr>
          <p:cNvPr id="1936243770" name="Imagem 3"/>
          <p:cNvPicPr>
            <a:picLocks noChangeAspect="1"/>
          </p:cNvPicPr>
          <p:nvPr/>
        </p:nvPicPr>
        <p:blipFill rotWithShape="1">
          <a:blip r:embed="rId3"/>
          <a:stretch/>
        </p:blipFill>
        <p:spPr bwMode="auto">
          <a:xfrm>
            <a:off x="6959600" y="4733282"/>
            <a:ext cx="5232400" cy="19649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onlyoffice/9.4.1.15</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USUÁRIO 1</dc:creator>
  <cp:lastModifiedBy>Eridhonson Oliveira</cp:lastModifiedBy>
  <cp:revision>3</cp:revision>
  <dcterms:created xsi:type="dcterms:W3CDTF">2026-08-15T18:20:15Z</dcterms:created>
  <dcterms:modified xsi:type="dcterms:W3CDTF">2026-08-22T00:26:04Z</dcterms:modified>
</cp:coreProperties>
</file>