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45" d="100"/>
          <a:sy n="45" d="100"/>
        </p:scale>
        <p:origin x="998" y="4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171952-D1A0-5663-F1C9-DBFD0D8091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923C81-C7B7-B184-B042-AA77B66345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996D21-84BC-E8CA-1F20-5C64D34375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7375E8-1C00-1A67-2507-7AF933D143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A36A4-7E92-4BBE-1783-3E66D362CD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6F801A-E557-78DD-FBDE-76EE026B07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B9D9B3-E783-BA31-7D3F-10C0AE35F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ECCDAE-C15E-FA93-CE96-4F01C7E9CB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2F2B49-6CCF-8BF5-B98D-05772C251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41C242-2E96-0DC5-C089-52C73CAC05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279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28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819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DC1EBF-71A5-FBAE-34FF-C4328E46A6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481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926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12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452707-B8D4-36DF-7F23-9085164DB3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748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1477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60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FF0CC6-FEDB-3C4A-0F39-5CCDD4DD6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779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077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694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A045A-EA33-BB14-C49A-41F7FFF912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047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104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764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0856CB-7AD4-D9DD-BDBF-8CC24807CA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08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10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381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64C48B-D9F3-F197-F493-66F582BF56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142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9592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696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FE865-F8BE-FB70-8047-22AB70DE5B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39351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961650315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49301907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1354948843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59943056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1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30474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227559346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316487508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109858638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14286333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3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122359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208428706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507176707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1151186922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77083852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52770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822652316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091813327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093592877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994089963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86807414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24524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200948933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32789389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22241692" name="Espaço Reservado para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200531266" name="Espaço Reservado para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850426218" name="Espaço Reservado par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1267655291" name="Espaço Reservado para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35821418" name="Espaço Reservado para Número de Slid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29582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420091334" name="Espaço Reservado par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384842142" name="Espaço Reservado para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26282991" name="Espaço Reservado para Número de Slid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985796" name="Espaço Reservado par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894359392" name="Espaço Reservado para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412820389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2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815969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796376486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9281213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60458402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381865473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81933843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18751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603842214" name="Espaço Reservado para Imagem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BR"/>
          </a:p>
        </p:txBody>
      </p:sp>
      <p:sp>
        <p:nvSpPr>
          <p:cNvPr id="1247276880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341255898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615044064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386434854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65630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883732541" name="Espaço Reservado para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44864933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200119523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342866005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exto e Títul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615136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185936869" name="Espaço Reservado para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02802765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430143237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02276942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C0210-2B35-4006-8A3F-DB5BAB4D47E5}" type="slidenum">
              <a:rPr lang="pt-BR"/>
              <a:t>&lt;#&gt;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051052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602478856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072305700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6243835-C5BD-417C-A2EB-EB87AEE5C9F9}" type="datetimeFigureOut">
              <a:rPr lang="pt-BR"/>
              <a:t>21/08/2026</a:t>
            </a:fld>
            <a:endParaRPr lang="pt-BR"/>
          </a:p>
        </p:txBody>
      </p:sp>
      <p:sp>
        <p:nvSpPr>
          <p:cNvPr id="752706298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24017636" name="Espaço Reservado para Número de Slid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89C0210-2B35-4006-8A3F-DB5BAB4D47E5}" type="slidenum">
              <a:rPr lang="pt-BR"/>
              <a:t>1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976919" name="Títu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6000" b="0" i="0" u="none" strike="noStrike" cap="none" spc="0">
                <a:solidFill>
                  <a:schemeClr val="tx1"/>
                </a:solidFill>
                <a:latin typeface="Aptos Display"/>
                <a:ea typeface="Aptos Display"/>
                <a:cs typeface="Aptos Display"/>
              </a:rPr>
              <a:t>Conhecimentos exigidos no mercado de trabalho</a:t>
            </a:r>
            <a:endParaRPr/>
          </a:p>
        </p:txBody>
      </p:sp>
      <p:sp>
        <p:nvSpPr>
          <p:cNvPr id="1769421347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Textos para digitação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9077966" name="Imagem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42910" y="767931"/>
            <a:ext cx="7106179" cy="53221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3270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711200"/>
            <a:ext cx="10515600" cy="5465763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1. Conhecimento profissional</a:t>
            </a: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 mercado de trabalho exige que as pessoas tenham conhecimentos relacionados à área em que desejam atuar. Esses conhecimentos ajudam o profissional a realizar suas tarefas com mais segurança e qualidade. Por isso, é importante estudar, praticar e acompanhar as mudanças da profissão. O aprendizado não termina quando uma pessoa consegue um emprego. Ele continua durante toda a carreira.</a:t>
            </a:r>
            <a:endParaRPr/>
          </a:p>
        </p:txBody>
      </p:sp>
      <p:pic>
        <p:nvPicPr>
          <p:cNvPr id="1035637240" name="Imagem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95772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711200"/>
            <a:ext cx="10515600" cy="5465763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2. Conhecimentos de tecnologia</a:t>
            </a: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 tecnologia está presente em muitas profissões. Saber utilizar computadores, programas e ferramentas digitais pode facilitar várias atividades. Mesmo profissionais que não trabalham diretamente com tecnologia precisam conhecer ferramentas básicas. Editores de texto, planilhas, sistemas de comunicação e plataformas de trabalho são alguns exemplos.</a:t>
            </a:r>
            <a:endParaRPr/>
          </a:p>
        </p:txBody>
      </p:sp>
      <p:pic>
        <p:nvPicPr>
          <p:cNvPr id="992690022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70245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711200"/>
            <a:ext cx="10515600" cy="5465763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3. Comunicação</a:t>
            </a: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Saber se comunicar é uma habilidade muito importante no trabalho. O profissional precisa conseguir explicar suas ideias de forma clara e objetiva. Também deve saber ouvir colegas, clientes e gestores. Uma boa comunicação ajuda a evitar erros, resolver problemas e melhorar o relacionamento entre as pessoas.</a:t>
            </a:r>
            <a:endParaRPr/>
          </a:p>
        </p:txBody>
      </p:sp>
      <p:pic>
        <p:nvPicPr>
          <p:cNvPr id="786864653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53829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711200"/>
            <a:ext cx="10515600" cy="54657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4. Trabalho em equipe</a:t>
            </a: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Muitas atividades profissionais são realizadas em conjunto. Por isso, é importante saber trabalhar em equipe e respeitar diferentes opiniões. Cada pessoa pode contribuir com conhecimentos e experiências diferentes. Um bom profissional sabe colaborar, dividir tarefas e ajudar seus colegas quando necessário.</a:t>
            </a:r>
            <a:endParaRPr sz="3000"/>
          </a:p>
          <a:p>
            <a:pPr marL="0" indent="0" algn="just">
              <a:buNone/>
              <a:defRPr/>
            </a:pPr>
            <a:endParaRPr lang="pt-BR"/>
          </a:p>
        </p:txBody>
      </p:sp>
      <p:pic>
        <p:nvPicPr>
          <p:cNvPr id="1488375949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08889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711200"/>
            <a:ext cx="10515600" cy="54657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5. Organização</a:t>
            </a: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 organização ajuda o profissional a controlar suas tarefas e seus horários. Uma pessoa organizada consegue identificar o que precisa ser feito e definir prioridades. Também consegue acompanhar prazos com mais facilidade. Pequenos hábitos, como utilizar uma agenda ou uma lista de tarefas, podem melhorar bastante a rotina.</a:t>
            </a:r>
            <a:endParaRPr/>
          </a:p>
        </p:txBody>
      </p:sp>
      <p:pic>
        <p:nvPicPr>
          <p:cNvPr id="1423007024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35735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6. Conhecimento de idiomas</a:t>
            </a: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 conhecimento de outros idiomas pode abrir novas oportunidades profissionais. O inglês, por exemplo, é muito utilizado em empresas de tecnologia e negócios internacionais. Outros idiomas também podem ser importantes dependendo da área de atuação. Além de aumentar as oportunidades, aprender idiomas facilita o acesso a diferentes conteúdos.</a:t>
            </a:r>
            <a:endParaRPr/>
          </a:p>
        </p:txBody>
      </p:sp>
      <p:pic>
        <p:nvPicPr>
          <p:cNvPr id="1287936519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95862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7. Pensamento crítico</a:t>
            </a:r>
            <a:endParaRPr sz="3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 pensamento crítico permite analisar informações antes de tomar uma decisão. No trabalho, nem sempre existe uma resposta pronta para cada problema. O profissional precisa observar os fatos, comparar possibilidades e escolher uma solução adequada. Essa capacidade é valorizada porque ajuda a evitar decisões precipitadas.</a:t>
            </a:r>
            <a:endParaRPr/>
          </a:p>
        </p:txBody>
      </p:sp>
      <p:pic>
        <p:nvPicPr>
          <p:cNvPr id="134470010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586296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8. Resolução de problemas</a:t>
            </a:r>
            <a:endParaRPr sz="36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6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6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Problemas fazem parte da rotina de qualquer empresa. Um bom profissional não deve apenas identificar um problema, mas também procurar maneiras de solucioná-lo. Para isso, é necessário entender a situação e analisar suas possíveis causas. Depois, é possível escolher uma solução e verificar se ela funcionou.</a:t>
            </a:r>
            <a:endParaRPr/>
          </a:p>
        </p:txBody>
      </p:sp>
      <p:pic>
        <p:nvPicPr>
          <p:cNvPr id="612565709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75958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9. Conhecimento de negócios</a:t>
            </a:r>
            <a:endParaRPr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Entender como uma empresa funciona pode ajudar o profissional a tomar decisões melhores. É importante conhecer conceitos como clientes, vendas, custos, resultados e objetivos. Mesmo quem trabalha em uma função técnica pode se beneficiar desse conhecimento. Assim, consegue entender melhor a importância do seu próprio trabalho.</a:t>
            </a:r>
            <a:endParaRPr/>
          </a:p>
        </p:txBody>
      </p:sp>
      <p:pic>
        <p:nvPicPr>
          <p:cNvPr id="1015460953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47557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10. Aprendizado contínuo</a:t>
            </a: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 mercado de trabalho está sempre mudando. Novas ferramentas, profissões e formas de trabalhar surgem com frequência. Por isso, o profissional precisa estar disposto a aprender coisas novas. Cursos, livros, vídeos, treinamentos e experiências práticas podem ajudar nesse processo.</a:t>
            </a:r>
            <a:endParaRPr/>
          </a:p>
        </p:txBody>
      </p:sp>
      <p:pic>
        <p:nvPicPr>
          <p:cNvPr id="360131546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258272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11. Inteligência artificial</a:t>
            </a: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 inteligência artificial está sendo utilizada em diversas atividades profissionais. Ela pode ajudar a pesquisar informações, organizar dados, criar conteúdos e automatizar tarefas. Porém, é importante saber utilizar essas ferramentas com responsabilidade. O profissional deve conferir as informações e entender o resultado produzido pela tecnologia.</a:t>
            </a:r>
            <a:endParaRPr/>
          </a:p>
        </p:txBody>
      </p:sp>
      <p:pic>
        <p:nvPicPr>
          <p:cNvPr id="649655950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33602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12. Conhecimento de dados</a:t>
            </a: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Os dados são importantes para muitas empresas. Saber interpretar informações pode ajudar na identificação de problemas e oportunidades. Ferramentas como planilhas e sistemas de análise são utilizadas em diferentes áreas. Mesmo quem não trabalha como analista pode se beneficiar de conhecimentos básicos sobre dados.</a:t>
            </a:r>
            <a:endParaRPr/>
          </a:p>
        </p:txBody>
      </p:sp>
      <p:pic>
        <p:nvPicPr>
          <p:cNvPr id="2070981215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87791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13. Adaptabilidade</a:t>
            </a: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As empresas podem mudar seus processos, ferramentas e objetivos ao longo do tempo. Por isso, profissionais que conseguem se adaptar possuem uma vantagem importante. Adaptabilidade significa estar disposto a aprender e experimentar novas formas de realizar uma tarefa. Também significa conseguir lidar com mudanças sem perder o foco.</a:t>
            </a:r>
            <a:endParaRPr/>
          </a:p>
        </p:txBody>
      </p:sp>
      <p:pic>
        <p:nvPicPr>
          <p:cNvPr id="1369627530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568244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14. Responsabilidade</a:t>
            </a: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Conhecimento técnico é importante, mas responsabilidade também é essencial. O profissional precisa cumprir seus compromissos, respeitar prazos e cuidar das tarefas que recebeu. Quando uma pessoa assume responsabilidade pelo próprio trabalho, ela transmite confiança. Essa confiança pode contribuir para seu crescimento dentro da empresa.</a:t>
            </a:r>
            <a:endParaRPr/>
          </a:p>
        </p:txBody>
      </p:sp>
      <p:pic>
        <p:nvPicPr>
          <p:cNvPr id="190380037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40730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355600"/>
            <a:ext cx="10515600" cy="582136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15. Desenvolvimento profissional</a:t>
            </a: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pt-BR" sz="33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 algn="just">
              <a:buNone/>
              <a:defRPr/>
            </a:pPr>
            <a:r>
              <a:rPr lang="pt-BR" sz="33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Construir uma carreira exige tempo e dedicação. O profissional deve conhecer seus pontos fortes e identificar aquilo que precisa melhorar. Também é importante acompanhar as mudanças do mercado e buscar novos conhecimentos. Dessa forma, é possível desenvolver novas competências e aumentar as oportunidades de crescimento profissional.</a:t>
            </a:r>
            <a:endParaRPr/>
          </a:p>
        </p:txBody>
      </p:sp>
      <p:pic>
        <p:nvPicPr>
          <p:cNvPr id="473692861" name="Imagem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9600" y="4733282"/>
            <a:ext cx="5232400" cy="196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onlyoffice/9.4.1.15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USUÁRIO 1</dc:creator>
  <cp:lastModifiedBy>Eridhonson Oliveira</cp:lastModifiedBy>
  <cp:revision>3</cp:revision>
  <dcterms:created xsi:type="dcterms:W3CDTF">2026-08-15T18:20:15Z</dcterms:created>
  <dcterms:modified xsi:type="dcterms:W3CDTF">2026-08-22T00:34:11Z</dcterms:modified>
</cp:coreProperties>
</file>